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59" r:id="rId4"/>
    <p:sldId id="266" r:id="rId5"/>
    <p:sldId id="267" r:id="rId6"/>
    <p:sldId id="262"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00"/>
    <a:srgbClr val="FFFFFF"/>
    <a:srgbClr val="000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036"/>
    <p:restoredTop sz="96327"/>
  </p:normalViewPr>
  <p:slideViewPr>
    <p:cSldViewPr snapToGrid="0">
      <p:cViewPr varScale="1">
        <p:scale>
          <a:sx n="123" d="100"/>
          <a:sy n="123" d="100"/>
        </p:scale>
        <p:origin x="200" y="672"/>
      </p:cViewPr>
      <p:guideLst/>
    </p:cSldViewPr>
  </p:slideViewPr>
  <p:notesTextViewPr>
    <p:cViewPr>
      <p:scale>
        <a:sx n="1" d="1"/>
        <a:sy n="1" d="1"/>
      </p:scale>
      <p:origin x="0" y="0"/>
    </p:cViewPr>
  </p:notesTextViewPr>
  <p:notesViewPr>
    <p:cSldViewPr snapToGrid="0">
      <p:cViewPr varScale="1">
        <p:scale>
          <a:sx n="110" d="100"/>
          <a:sy n="110" d="100"/>
        </p:scale>
        <p:origin x="4544"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ysClr val="windowText" lastClr="000000"/>
                </a:solidFill>
                <a:latin typeface="+mn-lt"/>
                <a:ea typeface="+mn-ea"/>
                <a:cs typeface="+mn-cs"/>
              </a:defRPr>
            </a:pPr>
            <a:r>
              <a:rPr lang="en-US" dirty="0">
                <a:solidFill>
                  <a:sysClr val="windowText" lastClr="000000"/>
                </a:solidFill>
              </a:rPr>
              <a:t>Bar Graphs</a:t>
            </a:r>
          </a:p>
        </c:rich>
      </c:tx>
      <c:overlay val="0"/>
      <c:spPr>
        <a:noFill/>
        <a:ln>
          <a:noFill/>
        </a:ln>
        <a:effectLst/>
      </c:spPr>
      <c:txPr>
        <a:bodyPr rot="0" spcFirstLastPara="1" vertOverflow="ellipsis" vert="horz" wrap="square" anchor="ctr" anchorCtr="1"/>
        <a:lstStyle/>
        <a:p>
          <a:pPr>
            <a:defRPr sz="1862" b="0"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5EA-5440-AB1D-DFC97C91DD4E}"/>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5EA-5440-AB1D-DFC97C91DD4E}"/>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5EA-5440-AB1D-DFC97C91DD4E}"/>
            </c:ext>
          </c:extLst>
        </c:ser>
        <c:dLbls>
          <c:showLegendKey val="0"/>
          <c:showVal val="0"/>
          <c:showCatName val="0"/>
          <c:showSerName val="0"/>
          <c:showPercent val="0"/>
          <c:showBubbleSize val="0"/>
        </c:dLbls>
        <c:gapWidth val="150"/>
        <c:overlap val="100"/>
        <c:axId val="781442144"/>
        <c:axId val="781980656"/>
      </c:barChart>
      <c:catAx>
        <c:axId val="78144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en-US"/>
          </a:p>
        </c:txPr>
        <c:crossAx val="781980656"/>
        <c:crosses val="autoZero"/>
        <c:auto val="1"/>
        <c:lblAlgn val="ctr"/>
        <c:lblOffset val="100"/>
        <c:noMultiLvlLbl val="0"/>
      </c:catAx>
      <c:valAx>
        <c:axId val="78198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en-US"/>
          </a:p>
        </c:txPr>
        <c:crossAx val="781442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76DFE9-5C39-5C25-9BDD-855A00A1E7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0532B59-67B9-6091-2AEA-FC01A53829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DDAF76-07C1-A74B-9F0C-92C3C1E5AE32}" type="datetimeFigureOut">
              <a:rPr lang="en-US" smtClean="0"/>
              <a:t>12/13/25</a:t>
            </a:fld>
            <a:endParaRPr lang="en-US"/>
          </a:p>
        </p:txBody>
      </p:sp>
      <p:sp>
        <p:nvSpPr>
          <p:cNvPr id="4" name="Footer Placeholder 3">
            <a:extLst>
              <a:ext uri="{FF2B5EF4-FFF2-40B4-BE49-F238E27FC236}">
                <a16:creationId xmlns:a16="http://schemas.microsoft.com/office/drawing/2014/main" id="{73AD1B6F-4ECE-5C2D-477A-208A89F1A8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B50245-198A-5873-F8DF-D0A3BFE9EB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8C019F-E7AA-F84C-A265-FA896024EA31}" type="slidenum">
              <a:rPr lang="en-US" smtClean="0"/>
              <a:t>‹#›</a:t>
            </a:fld>
            <a:endParaRPr lang="en-US"/>
          </a:p>
        </p:txBody>
      </p:sp>
    </p:spTree>
    <p:extLst>
      <p:ext uri="{BB962C8B-B14F-4D97-AF65-F5344CB8AC3E}">
        <p14:creationId xmlns:p14="http://schemas.microsoft.com/office/powerpoint/2010/main" val="590520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E04C55-7297-5148-94C3-594A96CEA3A9}" type="datetimeFigureOut">
              <a:rPr lang="en-US" smtClean="0"/>
              <a:t>12/13/25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17B57-2816-0841-9B47-23F981841456}" type="slidenum">
              <a:rPr lang="en-US" smtClean="0"/>
              <a:t>‹#›</a:t>
            </a:fld>
            <a:endParaRPr lang="en-US"/>
          </a:p>
        </p:txBody>
      </p:sp>
    </p:spTree>
    <p:extLst>
      <p:ext uri="{BB962C8B-B14F-4D97-AF65-F5344CB8AC3E}">
        <p14:creationId xmlns:p14="http://schemas.microsoft.com/office/powerpoint/2010/main" val="1884189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004D"/>
        </a:solidFill>
        <a:effectLst/>
      </p:bgPr>
    </p:bg>
    <p:spTree>
      <p:nvGrpSpPr>
        <p:cNvPr id="1" name=""/>
        <p:cNvGrpSpPr/>
        <p:nvPr/>
      </p:nvGrpSpPr>
      <p:grpSpPr>
        <a:xfrm>
          <a:off x="0" y="0"/>
          <a:ext cx="0" cy="0"/>
          <a:chOff x="0" y="0"/>
          <a:chExt cx="0" cy="0"/>
        </a:xfrm>
      </p:grpSpPr>
      <p:sp>
        <p:nvSpPr>
          <p:cNvPr id="15" name="Right Triangle 14">
            <a:extLst>
              <a:ext uri="{FF2B5EF4-FFF2-40B4-BE49-F238E27FC236}">
                <a16:creationId xmlns:a16="http://schemas.microsoft.com/office/drawing/2014/main" id="{A65BD94C-F23C-3A72-FBDF-7259CC0FAA16}"/>
              </a:ext>
            </a:extLst>
          </p:cNvPr>
          <p:cNvSpPr/>
          <p:nvPr userDrawn="1"/>
        </p:nvSpPr>
        <p:spPr>
          <a:xfrm rot="10800000">
            <a:off x="7472987" y="-2"/>
            <a:ext cx="4719012" cy="4673601"/>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AC647-009D-1B82-7BF6-55DF1540228E}"/>
              </a:ext>
            </a:extLst>
          </p:cNvPr>
          <p:cNvSpPr>
            <a:spLocks noGrp="1"/>
          </p:cNvSpPr>
          <p:nvPr>
            <p:ph type="ctrTitle" hasCustomPrompt="1"/>
          </p:nvPr>
        </p:nvSpPr>
        <p:spPr>
          <a:xfrm>
            <a:off x="440267" y="867658"/>
            <a:ext cx="8170333" cy="1980846"/>
          </a:xfrm>
        </p:spPr>
        <p:txBody>
          <a:bodyPr anchor="b"/>
          <a:lstStyle>
            <a:lvl1pPr algn="l">
              <a:defRPr sz="6000" b="1">
                <a:solidFill>
                  <a:schemeClr val="bg1"/>
                </a:solidFill>
              </a:defRPr>
            </a:lvl1pPr>
          </a:lstStyle>
          <a:p>
            <a:r>
              <a:rPr lang="en-US" dirty="0"/>
              <a:t>Click to edit title</a:t>
            </a:r>
          </a:p>
        </p:txBody>
      </p:sp>
      <p:sp>
        <p:nvSpPr>
          <p:cNvPr id="3" name="Subtitle 2">
            <a:extLst>
              <a:ext uri="{FF2B5EF4-FFF2-40B4-BE49-F238E27FC236}">
                <a16:creationId xmlns:a16="http://schemas.microsoft.com/office/drawing/2014/main" id="{768CB7BD-91FB-9164-93D3-6071F074D56C}"/>
              </a:ext>
            </a:extLst>
          </p:cNvPr>
          <p:cNvSpPr>
            <a:spLocks noGrp="1"/>
          </p:cNvSpPr>
          <p:nvPr>
            <p:ph type="subTitle" idx="1" hasCustomPrompt="1"/>
          </p:nvPr>
        </p:nvSpPr>
        <p:spPr>
          <a:xfrm>
            <a:off x="440267" y="2912178"/>
            <a:ext cx="8170333" cy="689860"/>
          </a:xfrm>
        </p:spPr>
        <p:txBody>
          <a:bodyPr/>
          <a:lstStyle>
            <a:lvl1pPr marL="0" indent="0" algn="l">
              <a:buNone/>
              <a:defRPr sz="3600" b="1">
                <a:solidFill>
                  <a:srgbClr val="FFBF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1" name="Right Triangle 10">
            <a:extLst>
              <a:ext uri="{FF2B5EF4-FFF2-40B4-BE49-F238E27FC236}">
                <a16:creationId xmlns:a16="http://schemas.microsoft.com/office/drawing/2014/main" id="{CCEE1FC0-5357-F008-1B52-3EB1835CFCEB}"/>
              </a:ext>
            </a:extLst>
          </p:cNvPr>
          <p:cNvSpPr/>
          <p:nvPr userDrawn="1"/>
        </p:nvSpPr>
        <p:spPr>
          <a:xfrm rot="10800000">
            <a:off x="7992533" y="-2"/>
            <a:ext cx="4199467" cy="4199467"/>
          </a:xfrm>
          <a:prstGeom prst="r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CE5FD6F3-AEBB-49E7-D0C7-A3836C0E8BF7}"/>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306" t="5208" r="27367" b="7306"/>
          <a:stretch/>
        </p:blipFill>
        <p:spPr>
          <a:xfrm>
            <a:off x="9195204" y="444317"/>
            <a:ext cx="2996796" cy="3255963"/>
          </a:xfrm>
          <a:prstGeom prst="rect">
            <a:avLst/>
          </a:prstGeom>
        </p:spPr>
      </p:pic>
      <p:sp>
        <p:nvSpPr>
          <p:cNvPr id="16" name="Subtitle 2">
            <a:extLst>
              <a:ext uri="{FF2B5EF4-FFF2-40B4-BE49-F238E27FC236}">
                <a16:creationId xmlns:a16="http://schemas.microsoft.com/office/drawing/2014/main" id="{6ADDBB56-3D68-B6DC-6103-E2C7AA8F8BCB}"/>
              </a:ext>
            </a:extLst>
          </p:cNvPr>
          <p:cNvSpPr txBox="1">
            <a:spLocks/>
          </p:cNvSpPr>
          <p:nvPr userDrawn="1"/>
        </p:nvSpPr>
        <p:spPr>
          <a:xfrm>
            <a:off x="440267" y="3662006"/>
            <a:ext cx="8170333" cy="6898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kern="1200">
                <a:solidFill>
                  <a:srgbClr val="FFBF00"/>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solidFill>
                <a:srgbClr val="FFFFFF"/>
              </a:solidFill>
            </a:endParaRPr>
          </a:p>
        </p:txBody>
      </p:sp>
      <p:sp>
        <p:nvSpPr>
          <p:cNvPr id="21" name="Text Placeholder 20">
            <a:extLst>
              <a:ext uri="{FF2B5EF4-FFF2-40B4-BE49-F238E27FC236}">
                <a16:creationId xmlns:a16="http://schemas.microsoft.com/office/drawing/2014/main" id="{F729D209-3B25-1648-5BE9-6A862BA54167}"/>
              </a:ext>
            </a:extLst>
          </p:cNvPr>
          <p:cNvSpPr>
            <a:spLocks noGrp="1"/>
          </p:cNvSpPr>
          <p:nvPr>
            <p:ph type="body" sz="quarter" idx="10" hasCustomPrompt="1"/>
          </p:nvPr>
        </p:nvSpPr>
        <p:spPr>
          <a:xfrm>
            <a:off x="440266" y="3670225"/>
            <a:ext cx="8170334" cy="589208"/>
          </a:xfrm>
        </p:spPr>
        <p:txBody>
          <a:bodyPr/>
          <a:lstStyle>
            <a:lvl1pPr marL="0" indent="0" algn="l">
              <a:buNone/>
              <a:defRPr>
                <a:solidFill>
                  <a:srgbClr val="FFFFFF"/>
                </a:solidFill>
              </a:defRPr>
            </a:lvl1pPr>
          </a:lstStyle>
          <a:p>
            <a:r>
              <a:rPr lang="en-US" dirty="0">
                <a:solidFill>
                  <a:srgbClr val="FFFFFF"/>
                </a:solidFill>
              </a:rPr>
              <a:t>Click to edit authors</a:t>
            </a:r>
          </a:p>
        </p:txBody>
      </p:sp>
      <p:sp>
        <p:nvSpPr>
          <p:cNvPr id="4" name="Right Triangle 3">
            <a:extLst>
              <a:ext uri="{FF2B5EF4-FFF2-40B4-BE49-F238E27FC236}">
                <a16:creationId xmlns:a16="http://schemas.microsoft.com/office/drawing/2014/main" id="{79CAD564-6BB8-C3BE-BEE0-4D823E9E5403}"/>
              </a:ext>
            </a:extLst>
          </p:cNvPr>
          <p:cNvSpPr/>
          <p:nvPr userDrawn="1"/>
        </p:nvSpPr>
        <p:spPr>
          <a:xfrm>
            <a:off x="0" y="466840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Triangle 4">
            <a:extLst>
              <a:ext uri="{FF2B5EF4-FFF2-40B4-BE49-F238E27FC236}">
                <a16:creationId xmlns:a16="http://schemas.microsoft.com/office/drawing/2014/main" id="{4E304EA9-6279-B932-0EBB-969F892DA2F6}"/>
              </a:ext>
            </a:extLst>
          </p:cNvPr>
          <p:cNvSpPr/>
          <p:nvPr userDrawn="1"/>
        </p:nvSpPr>
        <p:spPr>
          <a:xfrm>
            <a:off x="0" y="5130800"/>
            <a:ext cx="1727200" cy="1727200"/>
          </a:xfrm>
          <a:prstGeom prst="r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489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6AD4C-1E07-5F9A-91A9-7E21FF978401}"/>
              </a:ext>
            </a:extLst>
          </p:cNvPr>
          <p:cNvSpPr>
            <a:spLocks noGrp="1"/>
          </p:cNvSpPr>
          <p:nvPr>
            <p:ph type="title" hasCustomPrompt="1"/>
          </p:nvPr>
        </p:nvSpPr>
        <p:spPr/>
        <p:txBody>
          <a:bodyPr/>
          <a:lstStyle/>
          <a:p>
            <a:r>
              <a:rPr lang="en-US" dirty="0"/>
              <a:t>Click to edit title</a:t>
            </a:r>
          </a:p>
        </p:txBody>
      </p:sp>
      <p:sp>
        <p:nvSpPr>
          <p:cNvPr id="3" name="Content Placeholder 2">
            <a:extLst>
              <a:ext uri="{FF2B5EF4-FFF2-40B4-BE49-F238E27FC236}">
                <a16:creationId xmlns:a16="http://schemas.microsoft.com/office/drawing/2014/main" id="{F8FD55D1-49B4-F732-E6D2-B0E91B7A2B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4D6C224-5919-930F-E798-498DDB3350E0}"/>
              </a:ext>
            </a:extLst>
          </p:cNvPr>
          <p:cNvSpPr>
            <a:spLocks noGrp="1"/>
          </p:cNvSpPr>
          <p:nvPr>
            <p:ph type="sldNum" sz="quarter" idx="12"/>
          </p:nvPr>
        </p:nvSpPr>
        <p:spPr/>
        <p:txBody>
          <a:bodyPr/>
          <a:lstStyle/>
          <a:p>
            <a:fld id="{1299940C-399F-BA4E-AD6D-87FE84584431}" type="slidenum">
              <a:rPr lang="en-US" smtClean="0"/>
              <a:t>‹#›</a:t>
            </a:fld>
            <a:endParaRPr lang="en-US" dirty="0"/>
          </a:p>
        </p:txBody>
      </p:sp>
    </p:spTree>
    <p:extLst>
      <p:ext uri="{BB962C8B-B14F-4D97-AF65-F5344CB8AC3E}">
        <p14:creationId xmlns:p14="http://schemas.microsoft.com/office/powerpoint/2010/main" val="859013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D55D1-49B4-F732-E6D2-B0E91B7A2B3C}"/>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rallelogram 4">
            <a:extLst>
              <a:ext uri="{FF2B5EF4-FFF2-40B4-BE49-F238E27FC236}">
                <a16:creationId xmlns:a16="http://schemas.microsoft.com/office/drawing/2014/main" id="{BF8254A8-A4FA-8BB7-48A9-4ED099D41AC9}"/>
              </a:ext>
            </a:extLst>
          </p:cNvPr>
          <p:cNvSpPr/>
          <p:nvPr userDrawn="1"/>
        </p:nvSpPr>
        <p:spPr>
          <a:xfrm flipH="1">
            <a:off x="2480733" y="0"/>
            <a:ext cx="897467" cy="1101055"/>
          </a:xfrm>
          <a:prstGeom prst="parallelogram">
            <a:avLst>
              <a:gd name="adj" fmla="val 50576"/>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3639CB4D-CE4B-CF43-4C81-7946CFBA0F10}"/>
              </a:ext>
            </a:extLst>
          </p:cNvPr>
          <p:cNvSpPr/>
          <p:nvPr userDrawn="1"/>
        </p:nvSpPr>
        <p:spPr>
          <a:xfrm flipH="1">
            <a:off x="2840566" y="-3"/>
            <a:ext cx="9351434" cy="1101055"/>
          </a:xfrm>
          <a:prstGeom prst="parallelogram">
            <a:avLst>
              <a:gd name="adj" fmla="val 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4400" dirty="0"/>
          </a:p>
        </p:txBody>
      </p:sp>
      <p:pic>
        <p:nvPicPr>
          <p:cNvPr id="8" name="Graphic 7">
            <a:extLst>
              <a:ext uri="{FF2B5EF4-FFF2-40B4-BE49-F238E27FC236}">
                <a16:creationId xmlns:a16="http://schemas.microsoft.com/office/drawing/2014/main" id="{7E9FF742-3D72-CB91-10E8-2DB8C4C10BE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778" t="29510" r="27189" b="35980"/>
          <a:stretch/>
        </p:blipFill>
        <p:spPr>
          <a:xfrm>
            <a:off x="133350" y="112251"/>
            <a:ext cx="2032000" cy="876549"/>
          </a:xfrm>
          <a:prstGeom prst="rect">
            <a:avLst/>
          </a:prstGeom>
        </p:spPr>
      </p:pic>
      <p:sp>
        <p:nvSpPr>
          <p:cNvPr id="9" name="Parallelogram 8">
            <a:extLst>
              <a:ext uri="{FF2B5EF4-FFF2-40B4-BE49-F238E27FC236}">
                <a16:creationId xmlns:a16="http://schemas.microsoft.com/office/drawing/2014/main" id="{DBEFA79A-C6EA-5B4E-15A6-083EF018E263}"/>
              </a:ext>
            </a:extLst>
          </p:cNvPr>
          <p:cNvSpPr/>
          <p:nvPr userDrawn="1"/>
        </p:nvSpPr>
        <p:spPr>
          <a:xfrm flipH="1">
            <a:off x="2209800" y="0"/>
            <a:ext cx="897466" cy="1101055"/>
          </a:xfrm>
          <a:prstGeom prst="parallelogram">
            <a:avLst>
              <a:gd name="adj" fmla="val 59106"/>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6AD4C-1E07-5F9A-91A9-7E21FF978401}"/>
              </a:ext>
            </a:extLst>
          </p:cNvPr>
          <p:cNvSpPr>
            <a:spLocks noGrp="1"/>
          </p:cNvSpPr>
          <p:nvPr>
            <p:ph type="title" hasCustomPrompt="1"/>
          </p:nvPr>
        </p:nvSpPr>
        <p:spPr>
          <a:xfrm>
            <a:off x="3151716" y="0"/>
            <a:ext cx="4840817" cy="1101054"/>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C4D6C224-5919-930F-E798-498DDB3350E0}"/>
              </a:ext>
            </a:extLst>
          </p:cNvPr>
          <p:cNvSpPr>
            <a:spLocks noGrp="1"/>
          </p:cNvSpPr>
          <p:nvPr>
            <p:ph type="sldNum" sz="quarter" idx="12"/>
          </p:nvPr>
        </p:nvSpPr>
        <p:spPr/>
        <p:txBody>
          <a:bodyPr/>
          <a:lstStyle>
            <a:lvl1pPr>
              <a:defRPr>
                <a:solidFill>
                  <a:schemeClr val="accent4">
                    <a:lumMod val="75000"/>
                  </a:schemeClr>
                </a:solidFill>
              </a:defRPr>
            </a:lvl1pPr>
          </a:lstStyle>
          <a:p>
            <a:fld id="{1299940C-399F-BA4E-AD6D-87FE84584431}" type="slidenum">
              <a:rPr lang="en-US" smtClean="0"/>
              <a:pPr/>
              <a:t>‹#›</a:t>
            </a:fld>
            <a:endParaRPr lang="en-US" dirty="0"/>
          </a:p>
        </p:txBody>
      </p:sp>
      <p:sp>
        <p:nvSpPr>
          <p:cNvPr id="10" name="Title 1">
            <a:extLst>
              <a:ext uri="{FF2B5EF4-FFF2-40B4-BE49-F238E27FC236}">
                <a16:creationId xmlns:a16="http://schemas.microsoft.com/office/drawing/2014/main" id="{4BBDE1C3-6B74-E63D-DDBC-AC9260D35661}"/>
              </a:ext>
            </a:extLst>
          </p:cNvPr>
          <p:cNvSpPr txBox="1">
            <a:spLocks/>
          </p:cNvSpPr>
          <p:nvPr userDrawn="1"/>
        </p:nvSpPr>
        <p:spPr>
          <a:xfrm>
            <a:off x="7981949" y="20011"/>
            <a:ext cx="3371851" cy="1101054"/>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chemeClr val="accent4">
                    <a:lumMod val="75000"/>
                  </a:schemeClr>
                </a:solidFill>
              </a:rPr>
              <a:t>CONFIDENTIAL//FOUO</a:t>
            </a:r>
          </a:p>
        </p:txBody>
      </p:sp>
      <p:sp>
        <p:nvSpPr>
          <p:cNvPr id="11" name="Title 1">
            <a:extLst>
              <a:ext uri="{FF2B5EF4-FFF2-40B4-BE49-F238E27FC236}">
                <a16:creationId xmlns:a16="http://schemas.microsoft.com/office/drawing/2014/main" id="{8BB6C9B7-219A-3B88-0A57-16994B46EF69}"/>
              </a:ext>
            </a:extLst>
          </p:cNvPr>
          <p:cNvSpPr txBox="1">
            <a:spLocks/>
          </p:cNvSpPr>
          <p:nvPr userDrawn="1"/>
        </p:nvSpPr>
        <p:spPr>
          <a:xfrm>
            <a:off x="7981949" y="6400798"/>
            <a:ext cx="3371851" cy="43719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chemeClr val="accent4">
                    <a:lumMod val="50000"/>
                  </a:schemeClr>
                </a:solidFill>
              </a:rPr>
              <a:t>CONFIDENTIAL//FOUO</a:t>
            </a:r>
          </a:p>
        </p:txBody>
      </p:sp>
    </p:spTree>
    <p:extLst>
      <p:ext uri="{BB962C8B-B14F-4D97-AF65-F5344CB8AC3E}">
        <p14:creationId xmlns:p14="http://schemas.microsoft.com/office/powerpoint/2010/main" val="1165201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D55D1-49B4-F732-E6D2-B0E91B7A2B3C}"/>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rallelogram 4">
            <a:extLst>
              <a:ext uri="{FF2B5EF4-FFF2-40B4-BE49-F238E27FC236}">
                <a16:creationId xmlns:a16="http://schemas.microsoft.com/office/drawing/2014/main" id="{BF8254A8-A4FA-8BB7-48A9-4ED099D41AC9}"/>
              </a:ext>
            </a:extLst>
          </p:cNvPr>
          <p:cNvSpPr/>
          <p:nvPr userDrawn="1"/>
        </p:nvSpPr>
        <p:spPr>
          <a:xfrm flipH="1">
            <a:off x="2480733" y="0"/>
            <a:ext cx="897467" cy="1101055"/>
          </a:xfrm>
          <a:prstGeom prst="parallelogram">
            <a:avLst>
              <a:gd name="adj" fmla="val 50576"/>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3639CB4D-CE4B-CF43-4C81-7946CFBA0F10}"/>
              </a:ext>
            </a:extLst>
          </p:cNvPr>
          <p:cNvSpPr/>
          <p:nvPr userDrawn="1"/>
        </p:nvSpPr>
        <p:spPr>
          <a:xfrm flipH="1">
            <a:off x="2840566" y="-3"/>
            <a:ext cx="9351434" cy="1101055"/>
          </a:xfrm>
          <a:prstGeom prst="parallelogram">
            <a:avLst>
              <a:gd name="adj" fmla="val 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4400" dirty="0"/>
          </a:p>
        </p:txBody>
      </p:sp>
      <p:pic>
        <p:nvPicPr>
          <p:cNvPr id="8" name="Graphic 7">
            <a:extLst>
              <a:ext uri="{FF2B5EF4-FFF2-40B4-BE49-F238E27FC236}">
                <a16:creationId xmlns:a16="http://schemas.microsoft.com/office/drawing/2014/main" id="{7E9FF742-3D72-CB91-10E8-2DB8C4C10BE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778" t="29510" r="27189" b="35980"/>
          <a:stretch/>
        </p:blipFill>
        <p:spPr>
          <a:xfrm>
            <a:off x="133350" y="112251"/>
            <a:ext cx="2032000" cy="876549"/>
          </a:xfrm>
          <a:prstGeom prst="rect">
            <a:avLst/>
          </a:prstGeom>
        </p:spPr>
      </p:pic>
      <p:sp>
        <p:nvSpPr>
          <p:cNvPr id="9" name="Parallelogram 8">
            <a:extLst>
              <a:ext uri="{FF2B5EF4-FFF2-40B4-BE49-F238E27FC236}">
                <a16:creationId xmlns:a16="http://schemas.microsoft.com/office/drawing/2014/main" id="{DBEFA79A-C6EA-5B4E-15A6-083EF018E263}"/>
              </a:ext>
            </a:extLst>
          </p:cNvPr>
          <p:cNvSpPr/>
          <p:nvPr userDrawn="1"/>
        </p:nvSpPr>
        <p:spPr>
          <a:xfrm flipH="1">
            <a:off x="2209800" y="0"/>
            <a:ext cx="897466" cy="1101055"/>
          </a:xfrm>
          <a:prstGeom prst="parallelogram">
            <a:avLst>
              <a:gd name="adj" fmla="val 59106"/>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6AD4C-1E07-5F9A-91A9-7E21FF978401}"/>
              </a:ext>
            </a:extLst>
          </p:cNvPr>
          <p:cNvSpPr>
            <a:spLocks noGrp="1"/>
          </p:cNvSpPr>
          <p:nvPr>
            <p:ph type="title" hasCustomPrompt="1"/>
          </p:nvPr>
        </p:nvSpPr>
        <p:spPr>
          <a:xfrm>
            <a:off x="3151716" y="0"/>
            <a:ext cx="4840817" cy="1101054"/>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C4D6C224-5919-930F-E798-498DDB3350E0}"/>
              </a:ext>
            </a:extLst>
          </p:cNvPr>
          <p:cNvSpPr>
            <a:spLocks noGrp="1"/>
          </p:cNvSpPr>
          <p:nvPr>
            <p:ph type="sldNum" sz="quarter" idx="12"/>
          </p:nvPr>
        </p:nvSpPr>
        <p:spPr/>
        <p:txBody>
          <a:bodyPr/>
          <a:lstStyle>
            <a:lvl1pPr>
              <a:defRPr>
                <a:solidFill>
                  <a:srgbClr val="00B0F0"/>
                </a:solidFill>
              </a:defRPr>
            </a:lvl1pPr>
          </a:lstStyle>
          <a:p>
            <a:fld id="{1299940C-399F-BA4E-AD6D-87FE84584431}" type="slidenum">
              <a:rPr lang="en-US" smtClean="0"/>
              <a:pPr/>
              <a:t>‹#›</a:t>
            </a:fld>
            <a:endParaRPr lang="en-US" dirty="0"/>
          </a:p>
        </p:txBody>
      </p:sp>
      <p:sp>
        <p:nvSpPr>
          <p:cNvPr id="10" name="Title 1">
            <a:extLst>
              <a:ext uri="{FF2B5EF4-FFF2-40B4-BE49-F238E27FC236}">
                <a16:creationId xmlns:a16="http://schemas.microsoft.com/office/drawing/2014/main" id="{4BBDE1C3-6B74-E63D-DDBC-AC9260D35661}"/>
              </a:ext>
            </a:extLst>
          </p:cNvPr>
          <p:cNvSpPr txBox="1">
            <a:spLocks/>
          </p:cNvSpPr>
          <p:nvPr userDrawn="1"/>
        </p:nvSpPr>
        <p:spPr>
          <a:xfrm>
            <a:off x="7981948" y="0"/>
            <a:ext cx="3371851" cy="1101054"/>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rgbClr val="00B0F0"/>
                </a:solidFill>
              </a:rPr>
              <a:t>CONFIDENTIAL//CUI</a:t>
            </a:r>
          </a:p>
        </p:txBody>
      </p:sp>
      <p:sp>
        <p:nvSpPr>
          <p:cNvPr id="11" name="Title 1">
            <a:extLst>
              <a:ext uri="{FF2B5EF4-FFF2-40B4-BE49-F238E27FC236}">
                <a16:creationId xmlns:a16="http://schemas.microsoft.com/office/drawing/2014/main" id="{8BB6C9B7-219A-3B88-0A57-16994B46EF69}"/>
              </a:ext>
            </a:extLst>
          </p:cNvPr>
          <p:cNvSpPr txBox="1">
            <a:spLocks/>
          </p:cNvSpPr>
          <p:nvPr userDrawn="1"/>
        </p:nvSpPr>
        <p:spPr>
          <a:xfrm>
            <a:off x="7981949" y="6400798"/>
            <a:ext cx="3371851" cy="43719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chemeClr val="accent5">
                    <a:lumMod val="50000"/>
                  </a:schemeClr>
                </a:solidFill>
              </a:rPr>
              <a:t>CONFIDENTIAL//CUI</a:t>
            </a:r>
          </a:p>
        </p:txBody>
      </p:sp>
    </p:spTree>
    <p:extLst>
      <p:ext uri="{BB962C8B-B14F-4D97-AF65-F5344CB8AC3E}">
        <p14:creationId xmlns:p14="http://schemas.microsoft.com/office/powerpoint/2010/main" val="1754812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D55D1-49B4-F732-E6D2-B0E91B7A2B3C}"/>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rallelogram 4">
            <a:extLst>
              <a:ext uri="{FF2B5EF4-FFF2-40B4-BE49-F238E27FC236}">
                <a16:creationId xmlns:a16="http://schemas.microsoft.com/office/drawing/2014/main" id="{BF8254A8-A4FA-8BB7-48A9-4ED099D41AC9}"/>
              </a:ext>
            </a:extLst>
          </p:cNvPr>
          <p:cNvSpPr/>
          <p:nvPr userDrawn="1"/>
        </p:nvSpPr>
        <p:spPr>
          <a:xfrm flipH="1">
            <a:off x="2480733" y="0"/>
            <a:ext cx="897467" cy="1101055"/>
          </a:xfrm>
          <a:prstGeom prst="parallelogram">
            <a:avLst>
              <a:gd name="adj" fmla="val 50576"/>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3639CB4D-CE4B-CF43-4C81-7946CFBA0F10}"/>
              </a:ext>
            </a:extLst>
          </p:cNvPr>
          <p:cNvSpPr/>
          <p:nvPr userDrawn="1"/>
        </p:nvSpPr>
        <p:spPr>
          <a:xfrm flipH="1">
            <a:off x="2840566" y="-3"/>
            <a:ext cx="9351434" cy="1101055"/>
          </a:xfrm>
          <a:prstGeom prst="parallelogram">
            <a:avLst>
              <a:gd name="adj" fmla="val 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4400" dirty="0"/>
          </a:p>
        </p:txBody>
      </p:sp>
      <p:pic>
        <p:nvPicPr>
          <p:cNvPr id="8" name="Graphic 7">
            <a:extLst>
              <a:ext uri="{FF2B5EF4-FFF2-40B4-BE49-F238E27FC236}">
                <a16:creationId xmlns:a16="http://schemas.microsoft.com/office/drawing/2014/main" id="{7E9FF742-3D72-CB91-10E8-2DB8C4C10BE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778" t="29510" r="27189" b="35980"/>
          <a:stretch/>
        </p:blipFill>
        <p:spPr>
          <a:xfrm>
            <a:off x="133350" y="112251"/>
            <a:ext cx="2032000" cy="876549"/>
          </a:xfrm>
          <a:prstGeom prst="rect">
            <a:avLst/>
          </a:prstGeom>
        </p:spPr>
      </p:pic>
      <p:sp>
        <p:nvSpPr>
          <p:cNvPr id="9" name="Parallelogram 8">
            <a:extLst>
              <a:ext uri="{FF2B5EF4-FFF2-40B4-BE49-F238E27FC236}">
                <a16:creationId xmlns:a16="http://schemas.microsoft.com/office/drawing/2014/main" id="{DBEFA79A-C6EA-5B4E-15A6-083EF018E263}"/>
              </a:ext>
            </a:extLst>
          </p:cNvPr>
          <p:cNvSpPr/>
          <p:nvPr userDrawn="1"/>
        </p:nvSpPr>
        <p:spPr>
          <a:xfrm flipH="1">
            <a:off x="2209800" y="0"/>
            <a:ext cx="897466" cy="1101055"/>
          </a:xfrm>
          <a:prstGeom prst="parallelogram">
            <a:avLst>
              <a:gd name="adj" fmla="val 59106"/>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6AD4C-1E07-5F9A-91A9-7E21FF978401}"/>
              </a:ext>
            </a:extLst>
          </p:cNvPr>
          <p:cNvSpPr>
            <a:spLocks noGrp="1"/>
          </p:cNvSpPr>
          <p:nvPr>
            <p:ph type="title" hasCustomPrompt="1"/>
          </p:nvPr>
        </p:nvSpPr>
        <p:spPr>
          <a:xfrm>
            <a:off x="3151717" y="0"/>
            <a:ext cx="4845050" cy="1101054"/>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C4D6C224-5919-930F-E798-498DDB3350E0}"/>
              </a:ext>
            </a:extLst>
          </p:cNvPr>
          <p:cNvSpPr>
            <a:spLocks noGrp="1"/>
          </p:cNvSpPr>
          <p:nvPr>
            <p:ph type="sldNum" sz="quarter" idx="12"/>
          </p:nvPr>
        </p:nvSpPr>
        <p:spPr/>
        <p:txBody>
          <a:bodyPr/>
          <a:lstStyle>
            <a:lvl1pPr>
              <a:defRPr>
                <a:solidFill>
                  <a:schemeClr val="accent2">
                    <a:lumMod val="60000"/>
                    <a:lumOff val="40000"/>
                  </a:schemeClr>
                </a:solidFill>
              </a:defRPr>
            </a:lvl1pPr>
          </a:lstStyle>
          <a:p>
            <a:fld id="{1299940C-399F-BA4E-AD6D-87FE84584431}" type="slidenum">
              <a:rPr lang="en-US" smtClean="0"/>
              <a:pPr/>
              <a:t>‹#›</a:t>
            </a:fld>
            <a:endParaRPr lang="en-US" dirty="0"/>
          </a:p>
        </p:txBody>
      </p:sp>
      <p:sp>
        <p:nvSpPr>
          <p:cNvPr id="10" name="Title 1">
            <a:extLst>
              <a:ext uri="{FF2B5EF4-FFF2-40B4-BE49-F238E27FC236}">
                <a16:creationId xmlns:a16="http://schemas.microsoft.com/office/drawing/2014/main" id="{4BBDE1C3-6B74-E63D-DDBC-AC9260D35661}"/>
              </a:ext>
            </a:extLst>
          </p:cNvPr>
          <p:cNvSpPr txBox="1">
            <a:spLocks/>
          </p:cNvSpPr>
          <p:nvPr userDrawn="1"/>
        </p:nvSpPr>
        <p:spPr>
          <a:xfrm>
            <a:off x="7996767" y="0"/>
            <a:ext cx="3357032" cy="1101054"/>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chemeClr val="accent2">
                    <a:lumMod val="60000"/>
                    <a:lumOff val="40000"/>
                  </a:schemeClr>
                </a:solidFill>
              </a:rPr>
              <a:t>CONFIDENTIAL//SECRET</a:t>
            </a:r>
          </a:p>
        </p:txBody>
      </p:sp>
      <p:sp>
        <p:nvSpPr>
          <p:cNvPr id="12" name="Title 1">
            <a:extLst>
              <a:ext uri="{FF2B5EF4-FFF2-40B4-BE49-F238E27FC236}">
                <a16:creationId xmlns:a16="http://schemas.microsoft.com/office/drawing/2014/main" id="{8B88CA2E-7845-6356-1731-1B0561134EE1}"/>
              </a:ext>
            </a:extLst>
          </p:cNvPr>
          <p:cNvSpPr txBox="1">
            <a:spLocks/>
          </p:cNvSpPr>
          <p:nvPr userDrawn="1"/>
        </p:nvSpPr>
        <p:spPr>
          <a:xfrm>
            <a:off x="7996767" y="6400799"/>
            <a:ext cx="3357031" cy="45720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chemeClr val="accent2">
                    <a:lumMod val="75000"/>
                  </a:schemeClr>
                </a:solidFill>
              </a:rPr>
              <a:t>CONFIDENTIAL//SECRET</a:t>
            </a:r>
          </a:p>
        </p:txBody>
      </p:sp>
    </p:spTree>
    <p:extLst>
      <p:ext uri="{BB962C8B-B14F-4D97-AF65-F5344CB8AC3E}">
        <p14:creationId xmlns:p14="http://schemas.microsoft.com/office/powerpoint/2010/main" val="2748058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D55D1-49B4-F732-E6D2-B0E91B7A2B3C}"/>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rallelogram 4">
            <a:extLst>
              <a:ext uri="{FF2B5EF4-FFF2-40B4-BE49-F238E27FC236}">
                <a16:creationId xmlns:a16="http://schemas.microsoft.com/office/drawing/2014/main" id="{BF8254A8-A4FA-8BB7-48A9-4ED099D41AC9}"/>
              </a:ext>
            </a:extLst>
          </p:cNvPr>
          <p:cNvSpPr/>
          <p:nvPr userDrawn="1"/>
        </p:nvSpPr>
        <p:spPr>
          <a:xfrm flipH="1">
            <a:off x="2480733" y="0"/>
            <a:ext cx="897467" cy="1101055"/>
          </a:xfrm>
          <a:prstGeom prst="parallelogram">
            <a:avLst>
              <a:gd name="adj" fmla="val 5057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3639CB4D-CE4B-CF43-4C81-7946CFBA0F10}"/>
              </a:ext>
            </a:extLst>
          </p:cNvPr>
          <p:cNvSpPr/>
          <p:nvPr userDrawn="1"/>
        </p:nvSpPr>
        <p:spPr>
          <a:xfrm flipH="1">
            <a:off x="2840566" y="-3"/>
            <a:ext cx="9351434" cy="1101055"/>
          </a:xfrm>
          <a:prstGeom prst="parallelogram">
            <a:avLst>
              <a:gd name="adj" fmla="val 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4400" dirty="0"/>
          </a:p>
        </p:txBody>
      </p:sp>
      <p:pic>
        <p:nvPicPr>
          <p:cNvPr id="8" name="Graphic 7">
            <a:extLst>
              <a:ext uri="{FF2B5EF4-FFF2-40B4-BE49-F238E27FC236}">
                <a16:creationId xmlns:a16="http://schemas.microsoft.com/office/drawing/2014/main" id="{7E9FF742-3D72-CB91-10E8-2DB8C4C10BE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778" t="29510" r="27189" b="35980"/>
          <a:stretch/>
        </p:blipFill>
        <p:spPr>
          <a:xfrm>
            <a:off x="133350" y="112251"/>
            <a:ext cx="2032000" cy="876549"/>
          </a:xfrm>
          <a:prstGeom prst="rect">
            <a:avLst/>
          </a:prstGeom>
        </p:spPr>
      </p:pic>
      <p:sp>
        <p:nvSpPr>
          <p:cNvPr id="9" name="Parallelogram 8">
            <a:extLst>
              <a:ext uri="{FF2B5EF4-FFF2-40B4-BE49-F238E27FC236}">
                <a16:creationId xmlns:a16="http://schemas.microsoft.com/office/drawing/2014/main" id="{DBEFA79A-C6EA-5B4E-15A6-083EF018E263}"/>
              </a:ext>
            </a:extLst>
          </p:cNvPr>
          <p:cNvSpPr/>
          <p:nvPr userDrawn="1"/>
        </p:nvSpPr>
        <p:spPr>
          <a:xfrm flipH="1">
            <a:off x="2209800" y="0"/>
            <a:ext cx="897466" cy="1101055"/>
          </a:xfrm>
          <a:prstGeom prst="parallelogram">
            <a:avLst>
              <a:gd name="adj" fmla="val 5910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6AD4C-1E07-5F9A-91A9-7E21FF978401}"/>
              </a:ext>
            </a:extLst>
          </p:cNvPr>
          <p:cNvSpPr>
            <a:spLocks noGrp="1"/>
          </p:cNvSpPr>
          <p:nvPr>
            <p:ph type="title" hasCustomPrompt="1"/>
          </p:nvPr>
        </p:nvSpPr>
        <p:spPr>
          <a:xfrm>
            <a:off x="3151717" y="0"/>
            <a:ext cx="4214284" cy="1101054"/>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C4D6C224-5919-930F-E798-498DDB3350E0}"/>
              </a:ext>
            </a:extLst>
          </p:cNvPr>
          <p:cNvSpPr>
            <a:spLocks noGrp="1"/>
          </p:cNvSpPr>
          <p:nvPr>
            <p:ph type="sldNum" sz="quarter" idx="12"/>
          </p:nvPr>
        </p:nvSpPr>
        <p:spPr/>
        <p:txBody>
          <a:bodyPr/>
          <a:lstStyle>
            <a:lvl1pPr>
              <a:defRPr>
                <a:solidFill>
                  <a:srgbClr val="FF0000"/>
                </a:solidFill>
              </a:defRPr>
            </a:lvl1pPr>
          </a:lstStyle>
          <a:p>
            <a:fld id="{1299940C-399F-BA4E-AD6D-87FE84584431}" type="slidenum">
              <a:rPr lang="en-US" smtClean="0"/>
              <a:pPr/>
              <a:t>‹#›</a:t>
            </a:fld>
            <a:endParaRPr lang="en-US" dirty="0"/>
          </a:p>
        </p:txBody>
      </p:sp>
      <p:sp>
        <p:nvSpPr>
          <p:cNvPr id="10" name="Title 1">
            <a:extLst>
              <a:ext uri="{FF2B5EF4-FFF2-40B4-BE49-F238E27FC236}">
                <a16:creationId xmlns:a16="http://schemas.microsoft.com/office/drawing/2014/main" id="{4BBDE1C3-6B74-E63D-DDBC-AC9260D35661}"/>
              </a:ext>
            </a:extLst>
          </p:cNvPr>
          <p:cNvSpPr txBox="1">
            <a:spLocks/>
          </p:cNvSpPr>
          <p:nvPr userDrawn="1"/>
        </p:nvSpPr>
        <p:spPr>
          <a:xfrm>
            <a:off x="7366000" y="0"/>
            <a:ext cx="3987799" cy="1101054"/>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rgbClr val="FF0000"/>
                </a:solidFill>
              </a:rPr>
              <a:t>CONFIDENTIAL//TOP SECRET</a:t>
            </a:r>
          </a:p>
        </p:txBody>
      </p:sp>
      <p:sp>
        <p:nvSpPr>
          <p:cNvPr id="12" name="Title 1">
            <a:extLst>
              <a:ext uri="{FF2B5EF4-FFF2-40B4-BE49-F238E27FC236}">
                <a16:creationId xmlns:a16="http://schemas.microsoft.com/office/drawing/2014/main" id="{8B88CA2E-7845-6356-1731-1B0561134EE1}"/>
              </a:ext>
            </a:extLst>
          </p:cNvPr>
          <p:cNvSpPr txBox="1">
            <a:spLocks/>
          </p:cNvSpPr>
          <p:nvPr userDrawn="1"/>
        </p:nvSpPr>
        <p:spPr>
          <a:xfrm>
            <a:off x="7365999" y="6400799"/>
            <a:ext cx="3987799" cy="45720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a:r>
              <a:rPr lang="en-US" sz="2400" b="0" dirty="0">
                <a:solidFill>
                  <a:srgbClr val="C00000"/>
                </a:solidFill>
              </a:rPr>
              <a:t>CONFIDENTIAL//TOP SECRET</a:t>
            </a:r>
          </a:p>
        </p:txBody>
      </p:sp>
    </p:spTree>
    <p:extLst>
      <p:ext uri="{BB962C8B-B14F-4D97-AF65-F5344CB8AC3E}">
        <p14:creationId xmlns:p14="http://schemas.microsoft.com/office/powerpoint/2010/main" val="2651056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C1D14-AA3A-C0CE-8D44-35EFC6B68A09}"/>
              </a:ext>
            </a:extLst>
          </p:cNvPr>
          <p:cNvSpPr>
            <a:spLocks noGrp="1"/>
          </p:cNvSpPr>
          <p:nvPr>
            <p:ph type="title" hasCustomPrompt="1"/>
          </p:nvPr>
        </p:nvSpPr>
        <p:spPr/>
        <p:txBody>
          <a:bodyPr/>
          <a:lstStyle/>
          <a:p>
            <a:r>
              <a:rPr lang="en-US" dirty="0"/>
              <a:t>Click to edit title</a:t>
            </a:r>
          </a:p>
        </p:txBody>
      </p:sp>
      <p:sp>
        <p:nvSpPr>
          <p:cNvPr id="3" name="Content Placeholder 2">
            <a:extLst>
              <a:ext uri="{FF2B5EF4-FFF2-40B4-BE49-F238E27FC236}">
                <a16:creationId xmlns:a16="http://schemas.microsoft.com/office/drawing/2014/main" id="{DC4ED7FE-A838-E89A-D403-67566F75FF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FE36E-E302-170D-4C2F-A5B1887026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1F4C3622-952C-3C58-1E2F-B08AD75756BD}"/>
              </a:ext>
            </a:extLst>
          </p:cNvPr>
          <p:cNvSpPr>
            <a:spLocks noGrp="1"/>
          </p:cNvSpPr>
          <p:nvPr>
            <p:ph type="sldNum" sz="quarter" idx="12"/>
          </p:nvPr>
        </p:nvSpPr>
        <p:spPr/>
        <p:txBody>
          <a:bodyPr/>
          <a:lstStyle/>
          <a:p>
            <a:fld id="{1299940C-399F-BA4E-AD6D-87FE84584431}" type="slidenum">
              <a:rPr lang="en-US" smtClean="0"/>
              <a:t>‹#›</a:t>
            </a:fld>
            <a:endParaRPr lang="en-US"/>
          </a:p>
        </p:txBody>
      </p:sp>
    </p:spTree>
    <p:extLst>
      <p:ext uri="{BB962C8B-B14F-4D97-AF65-F5344CB8AC3E}">
        <p14:creationId xmlns:p14="http://schemas.microsoft.com/office/powerpoint/2010/main" val="2994554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C1D14-AA3A-C0CE-8D44-35EFC6B68A09}"/>
              </a:ext>
            </a:extLst>
          </p:cNvPr>
          <p:cNvSpPr>
            <a:spLocks noGrp="1"/>
          </p:cNvSpPr>
          <p:nvPr>
            <p:ph type="title" hasCustomPrompt="1"/>
          </p:nvPr>
        </p:nvSpPr>
        <p:spPr/>
        <p:txBody>
          <a:bodyPr/>
          <a:lstStyle/>
          <a:p>
            <a:r>
              <a:rPr lang="en-US" dirty="0"/>
              <a:t>Click to edit title</a:t>
            </a:r>
          </a:p>
        </p:txBody>
      </p:sp>
      <p:sp>
        <p:nvSpPr>
          <p:cNvPr id="3" name="Content Placeholder 2">
            <a:extLst>
              <a:ext uri="{FF2B5EF4-FFF2-40B4-BE49-F238E27FC236}">
                <a16:creationId xmlns:a16="http://schemas.microsoft.com/office/drawing/2014/main" id="{DC4ED7FE-A838-E89A-D403-67566F75FF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FE36E-E302-170D-4C2F-A5B1887026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1F4C3622-952C-3C58-1E2F-B08AD75756BD}"/>
              </a:ext>
            </a:extLst>
          </p:cNvPr>
          <p:cNvSpPr>
            <a:spLocks noGrp="1"/>
          </p:cNvSpPr>
          <p:nvPr>
            <p:ph type="sldNum" sz="quarter" idx="12"/>
          </p:nvPr>
        </p:nvSpPr>
        <p:spPr/>
        <p:txBody>
          <a:bodyPr/>
          <a:lstStyle/>
          <a:p>
            <a:fld id="{1299940C-399F-BA4E-AD6D-87FE84584431}" type="slidenum">
              <a:rPr lang="en-US" smtClean="0"/>
              <a:t>‹#›</a:t>
            </a:fld>
            <a:endParaRPr lang="en-US"/>
          </a:p>
        </p:txBody>
      </p:sp>
      <p:cxnSp>
        <p:nvCxnSpPr>
          <p:cNvPr id="6" name="Straight Connector 5">
            <a:extLst>
              <a:ext uri="{FF2B5EF4-FFF2-40B4-BE49-F238E27FC236}">
                <a16:creationId xmlns:a16="http://schemas.microsoft.com/office/drawing/2014/main" id="{C871E1F9-8AC9-55E7-CF4F-D5540FD78CC4}"/>
              </a:ext>
            </a:extLst>
          </p:cNvPr>
          <p:cNvCxnSpPr>
            <a:cxnSpLocks/>
          </p:cNvCxnSpPr>
          <p:nvPr userDrawn="1"/>
        </p:nvCxnSpPr>
        <p:spPr>
          <a:xfrm>
            <a:off x="6096000" y="2184400"/>
            <a:ext cx="0" cy="3759200"/>
          </a:xfrm>
          <a:prstGeom prst="line">
            <a:avLst/>
          </a:prstGeom>
          <a:ln w="28575">
            <a:solidFill>
              <a:srgbClr val="0000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099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0AE722-574E-D62E-8A02-55BAAD5DA2B2}"/>
              </a:ext>
            </a:extLst>
          </p:cNvPr>
          <p:cNvSpPr>
            <a:spLocks noGrp="1"/>
          </p:cNvSpPr>
          <p:nvPr>
            <p:ph type="ctrTitle" hasCustomPrompt="1"/>
          </p:nvPr>
        </p:nvSpPr>
        <p:spPr>
          <a:xfrm>
            <a:off x="2010833" y="2919148"/>
            <a:ext cx="8170333" cy="1019704"/>
          </a:xfrm>
        </p:spPr>
        <p:txBody>
          <a:bodyPr anchor="b"/>
          <a:lstStyle>
            <a:lvl1pPr algn="ctr">
              <a:defRPr sz="6000" b="1">
                <a:solidFill>
                  <a:srgbClr val="00004D"/>
                </a:solidFill>
              </a:defRPr>
            </a:lvl1pPr>
          </a:lstStyle>
          <a:p>
            <a:r>
              <a:rPr lang="en-US" dirty="0"/>
              <a:t>Click to edit title</a:t>
            </a:r>
          </a:p>
        </p:txBody>
      </p:sp>
      <p:sp>
        <p:nvSpPr>
          <p:cNvPr id="12" name="Right Triangle 11">
            <a:extLst>
              <a:ext uri="{FF2B5EF4-FFF2-40B4-BE49-F238E27FC236}">
                <a16:creationId xmlns:a16="http://schemas.microsoft.com/office/drawing/2014/main" id="{F349F3BF-EEF0-A725-46DB-72F16D652457}"/>
              </a:ext>
            </a:extLst>
          </p:cNvPr>
          <p:cNvSpPr/>
          <p:nvPr userDrawn="1"/>
        </p:nvSpPr>
        <p:spPr>
          <a:xfrm rot="10800000">
            <a:off x="10058399" y="-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F7705232-F67E-7701-4FCF-A710D1B12BF6}"/>
              </a:ext>
            </a:extLst>
          </p:cNvPr>
          <p:cNvSpPr/>
          <p:nvPr userDrawn="1"/>
        </p:nvSpPr>
        <p:spPr>
          <a:xfrm rot="10800000">
            <a:off x="10464800" y="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50295751-81CF-C690-F6F7-D52CA664348E}"/>
              </a:ext>
            </a:extLst>
          </p:cNvPr>
          <p:cNvSpPr/>
          <p:nvPr userDrawn="1"/>
        </p:nvSpPr>
        <p:spPr>
          <a:xfrm>
            <a:off x="0" y="466840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4">
            <a:extLst>
              <a:ext uri="{FF2B5EF4-FFF2-40B4-BE49-F238E27FC236}">
                <a16:creationId xmlns:a16="http://schemas.microsoft.com/office/drawing/2014/main" id="{141E5FB5-4D48-258D-DCD8-F4CD295C4889}"/>
              </a:ext>
            </a:extLst>
          </p:cNvPr>
          <p:cNvSpPr/>
          <p:nvPr userDrawn="1"/>
        </p:nvSpPr>
        <p:spPr>
          <a:xfrm>
            <a:off x="0" y="513080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0029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214CD9-538C-8E86-E958-D5367A01157A}"/>
              </a:ext>
            </a:extLst>
          </p:cNvPr>
          <p:cNvSpPr>
            <a:spLocks noGrp="1"/>
          </p:cNvSpPr>
          <p:nvPr>
            <p:ph type="sldNum" sz="quarter" idx="12"/>
          </p:nvPr>
        </p:nvSpPr>
        <p:spPr/>
        <p:txBody>
          <a:bodyPr/>
          <a:lstStyle/>
          <a:p>
            <a:fld id="{1299940C-399F-BA4E-AD6D-87FE84584431}" type="slidenum">
              <a:rPr lang="en-US" smtClean="0"/>
              <a:t>‹#›</a:t>
            </a:fld>
            <a:endParaRPr lang="en-US"/>
          </a:p>
        </p:txBody>
      </p:sp>
    </p:spTree>
    <p:extLst>
      <p:ext uri="{BB962C8B-B14F-4D97-AF65-F5344CB8AC3E}">
        <p14:creationId xmlns:p14="http://schemas.microsoft.com/office/powerpoint/2010/main" val="2353560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3103AB-6CCD-DB30-E2C1-CEA862EF32B6}"/>
              </a:ext>
            </a:extLst>
          </p:cNvPr>
          <p:cNvSpPr>
            <a:spLocks noGrp="1"/>
          </p:cNvSpPr>
          <p:nvPr>
            <p:ph type="pic" idx="1"/>
          </p:nvPr>
        </p:nvSpPr>
        <p:spPr>
          <a:xfrm>
            <a:off x="5183188" y="1422399"/>
            <a:ext cx="6172200" cy="509693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5F6CA9C-1931-08D3-DD91-A479422B3744}"/>
              </a:ext>
            </a:extLst>
          </p:cNvPr>
          <p:cNvSpPr>
            <a:spLocks noGrp="1"/>
          </p:cNvSpPr>
          <p:nvPr>
            <p:ph type="body" sz="half" idx="2"/>
          </p:nvPr>
        </p:nvSpPr>
        <p:spPr>
          <a:xfrm>
            <a:off x="839788" y="1422400"/>
            <a:ext cx="3932237" cy="510604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8289C9CF-610B-C5F6-4366-80FFE3F8B717}"/>
              </a:ext>
            </a:extLst>
          </p:cNvPr>
          <p:cNvSpPr>
            <a:spLocks noGrp="1"/>
          </p:cNvSpPr>
          <p:nvPr>
            <p:ph type="sldNum" sz="quarter" idx="12"/>
          </p:nvPr>
        </p:nvSpPr>
        <p:spPr/>
        <p:txBody>
          <a:bodyPr/>
          <a:lstStyle/>
          <a:p>
            <a:fld id="{1299940C-399F-BA4E-AD6D-87FE84584431}" type="slidenum">
              <a:rPr lang="en-US" smtClean="0"/>
              <a:t>‹#›</a:t>
            </a:fld>
            <a:endParaRPr lang="en-US"/>
          </a:p>
        </p:txBody>
      </p:sp>
      <p:sp>
        <p:nvSpPr>
          <p:cNvPr id="8" name="Title 1">
            <a:extLst>
              <a:ext uri="{FF2B5EF4-FFF2-40B4-BE49-F238E27FC236}">
                <a16:creationId xmlns:a16="http://schemas.microsoft.com/office/drawing/2014/main" id="{7D0D1B6E-6895-347F-5146-31CC118AB1BF}"/>
              </a:ext>
            </a:extLst>
          </p:cNvPr>
          <p:cNvSpPr>
            <a:spLocks noGrp="1"/>
          </p:cNvSpPr>
          <p:nvPr>
            <p:ph type="title"/>
          </p:nvPr>
        </p:nvSpPr>
        <p:spPr>
          <a:xfrm>
            <a:off x="3151716" y="0"/>
            <a:ext cx="8246534" cy="1101054"/>
          </a:xfrm>
        </p:spPr>
        <p:txBody>
          <a:bodyPr/>
          <a:lstStyle/>
          <a:p>
            <a:r>
              <a:rPr lang="en-US"/>
              <a:t>Click to edit Master title style</a:t>
            </a:r>
          </a:p>
        </p:txBody>
      </p:sp>
    </p:spTree>
    <p:extLst>
      <p:ext uri="{BB962C8B-B14F-4D97-AF65-F5344CB8AC3E}">
        <p14:creationId xmlns:p14="http://schemas.microsoft.com/office/powerpoint/2010/main" val="928599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349F3BF-EEF0-A725-46DB-72F16D652457}"/>
              </a:ext>
            </a:extLst>
          </p:cNvPr>
          <p:cNvSpPr/>
          <p:nvPr userDrawn="1"/>
        </p:nvSpPr>
        <p:spPr>
          <a:xfrm rot="10800000">
            <a:off x="10058399" y="-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F7705232-F67E-7701-4FCF-A710D1B12BF6}"/>
              </a:ext>
            </a:extLst>
          </p:cNvPr>
          <p:cNvSpPr/>
          <p:nvPr userDrawn="1"/>
        </p:nvSpPr>
        <p:spPr>
          <a:xfrm rot="10800000">
            <a:off x="10464800" y="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50295751-81CF-C690-F6F7-D52CA664348E}"/>
              </a:ext>
            </a:extLst>
          </p:cNvPr>
          <p:cNvSpPr/>
          <p:nvPr userDrawn="1"/>
        </p:nvSpPr>
        <p:spPr>
          <a:xfrm>
            <a:off x="0" y="466840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4">
            <a:extLst>
              <a:ext uri="{FF2B5EF4-FFF2-40B4-BE49-F238E27FC236}">
                <a16:creationId xmlns:a16="http://schemas.microsoft.com/office/drawing/2014/main" id="{141E5FB5-4D48-258D-DCD8-F4CD295C4889}"/>
              </a:ext>
            </a:extLst>
          </p:cNvPr>
          <p:cNvSpPr/>
          <p:nvPr userDrawn="1"/>
        </p:nvSpPr>
        <p:spPr>
          <a:xfrm>
            <a:off x="0" y="513080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5DCDFC80-8FE6-3AA0-423E-A958E38B9EE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306" t="5208" r="27367" b="7306"/>
          <a:stretch/>
        </p:blipFill>
        <p:spPr>
          <a:xfrm>
            <a:off x="901800" y="1262775"/>
            <a:ext cx="3987597" cy="4332450"/>
          </a:xfrm>
          <a:prstGeom prst="rect">
            <a:avLst/>
          </a:prstGeom>
        </p:spPr>
      </p:pic>
      <p:sp>
        <p:nvSpPr>
          <p:cNvPr id="10" name="TextBox 9">
            <a:extLst>
              <a:ext uri="{FF2B5EF4-FFF2-40B4-BE49-F238E27FC236}">
                <a16:creationId xmlns:a16="http://schemas.microsoft.com/office/drawing/2014/main" id="{FB313680-66E7-CC58-F0FD-C1BD6B5BC27F}"/>
              </a:ext>
            </a:extLst>
          </p:cNvPr>
          <p:cNvSpPr txBox="1"/>
          <p:nvPr userDrawn="1"/>
        </p:nvSpPr>
        <p:spPr>
          <a:xfrm>
            <a:off x="5879333" y="1443841"/>
            <a:ext cx="4788667" cy="3970318"/>
          </a:xfrm>
          <a:prstGeom prst="rect">
            <a:avLst/>
          </a:prstGeom>
          <a:noFill/>
        </p:spPr>
        <p:txBody>
          <a:bodyPr wrap="square" rtlCol="0">
            <a:spAutoFit/>
          </a:bodyPr>
          <a:lstStyle/>
          <a:p>
            <a:pPr lvl="0"/>
            <a:r>
              <a:rPr lang="en-US" dirty="0"/>
              <a:t>Air Force Institute of Technology</a:t>
            </a:r>
          </a:p>
          <a:p>
            <a:pPr lvl="0"/>
            <a:endParaRPr lang="en-US" dirty="0"/>
          </a:p>
          <a:p>
            <a:pPr lvl="0"/>
            <a:r>
              <a:rPr lang="en-US" dirty="0"/>
              <a:t>2950 Hobson Way </a:t>
            </a:r>
          </a:p>
          <a:p>
            <a:pPr lvl="0"/>
            <a:r>
              <a:rPr lang="en-US" dirty="0"/>
              <a:t>Wright Patterson AFB, Ohio 45433</a:t>
            </a:r>
          </a:p>
          <a:p>
            <a:pPr lvl="0"/>
            <a:endParaRPr lang="en-US" dirty="0"/>
          </a:p>
          <a:p>
            <a:pPr lvl="0"/>
            <a:r>
              <a:rPr lang="en-US" dirty="0"/>
              <a:t>Copyright         ,</a:t>
            </a:r>
          </a:p>
          <a:p>
            <a:pPr lvl="0"/>
            <a:r>
              <a:rPr lang="en-US" dirty="0"/>
              <a:t>All rights reserved. No part of this work may be reproduced or used in any manner without the prior written permission of the copyright owner, except for the use of brief quotations.</a:t>
            </a:r>
          </a:p>
          <a:p>
            <a:pPr lvl="0"/>
            <a:endParaRPr lang="en-US" dirty="0"/>
          </a:p>
          <a:p>
            <a:pPr lvl="0"/>
            <a:r>
              <a:rPr lang="en-US" i="1" dirty="0"/>
              <a:t>The AFIT of today is the Air and Space Force of Tomorrow.</a:t>
            </a:r>
            <a:endParaRPr lang="en-US" dirty="0"/>
          </a:p>
          <a:p>
            <a:endParaRPr lang="en-US" dirty="0"/>
          </a:p>
        </p:txBody>
      </p:sp>
      <p:sp>
        <p:nvSpPr>
          <p:cNvPr id="16" name="Text Placeholder 15">
            <a:extLst>
              <a:ext uri="{FF2B5EF4-FFF2-40B4-BE49-F238E27FC236}">
                <a16:creationId xmlns:a16="http://schemas.microsoft.com/office/drawing/2014/main" id="{0CF96673-834E-F16D-1980-7D28A3CCA2C5}"/>
              </a:ext>
            </a:extLst>
          </p:cNvPr>
          <p:cNvSpPr>
            <a:spLocks noGrp="1"/>
          </p:cNvSpPr>
          <p:nvPr>
            <p:ph type="body" sz="quarter" idx="13" hasCustomPrompt="1"/>
          </p:nvPr>
        </p:nvSpPr>
        <p:spPr>
          <a:xfrm>
            <a:off x="7450666" y="2849210"/>
            <a:ext cx="1320802" cy="409103"/>
          </a:xfrm>
        </p:spPr>
        <p:txBody>
          <a:bodyPr>
            <a:normAutofit/>
          </a:bodyPr>
          <a:lstStyle>
            <a:lvl1pPr marL="0" indent="0">
              <a:buNone/>
              <a:defRPr sz="1800">
                <a:solidFill>
                  <a:schemeClr val="tx1"/>
                </a:solidFill>
              </a:defRPr>
            </a:lvl1pPr>
          </a:lstStyle>
          <a:p>
            <a:pPr lvl="0"/>
            <a:r>
              <a:rPr lang="en-US" dirty="0"/>
              <a:t>John Doe</a:t>
            </a:r>
          </a:p>
        </p:txBody>
      </p:sp>
      <p:sp>
        <p:nvSpPr>
          <p:cNvPr id="17" name="Text Placeholder 15">
            <a:extLst>
              <a:ext uri="{FF2B5EF4-FFF2-40B4-BE49-F238E27FC236}">
                <a16:creationId xmlns:a16="http://schemas.microsoft.com/office/drawing/2014/main" id="{BFA507FD-FAFA-F267-763A-E61B2FF5F547}"/>
              </a:ext>
            </a:extLst>
          </p:cNvPr>
          <p:cNvSpPr>
            <a:spLocks noGrp="1"/>
          </p:cNvSpPr>
          <p:nvPr>
            <p:ph type="body" sz="quarter" idx="14" hasCustomPrompt="1"/>
          </p:nvPr>
        </p:nvSpPr>
        <p:spPr>
          <a:xfrm>
            <a:off x="6841068" y="2849210"/>
            <a:ext cx="795866" cy="409103"/>
          </a:xfrm>
        </p:spPr>
        <p:txBody>
          <a:bodyPr>
            <a:normAutofit/>
          </a:bodyPr>
          <a:lstStyle>
            <a:lvl1pPr marL="0" indent="0">
              <a:buNone/>
              <a:defRPr sz="1800">
                <a:solidFill>
                  <a:schemeClr val="tx1"/>
                </a:solidFill>
              </a:defRPr>
            </a:lvl1pPr>
          </a:lstStyle>
          <a:p>
            <a:pPr lvl="0"/>
            <a:r>
              <a:rPr lang="en-US" dirty="0"/>
              <a:t>2023</a:t>
            </a:r>
          </a:p>
        </p:txBody>
      </p:sp>
      <p:sp>
        <p:nvSpPr>
          <p:cNvPr id="3" name="TextBox 2">
            <a:extLst>
              <a:ext uri="{FF2B5EF4-FFF2-40B4-BE49-F238E27FC236}">
                <a16:creationId xmlns:a16="http://schemas.microsoft.com/office/drawing/2014/main" id="{3CB80F38-F6BA-506B-0E15-00B27233B1E1}"/>
              </a:ext>
            </a:extLst>
          </p:cNvPr>
          <p:cNvSpPr txBox="1"/>
          <p:nvPr userDrawn="1"/>
        </p:nvSpPr>
        <p:spPr>
          <a:xfrm>
            <a:off x="2944190" y="72356"/>
            <a:ext cx="6303616" cy="584775"/>
          </a:xfrm>
          <a:prstGeom prst="rect">
            <a:avLst/>
          </a:prstGeom>
          <a:noFill/>
        </p:spPr>
        <p:txBody>
          <a:bodyPr wrap="square" rtlCol="0">
            <a:spAutoFit/>
          </a:bodyPr>
          <a:lstStyle/>
          <a:p>
            <a:pPr algn="ctr"/>
            <a:r>
              <a:rPr lang="en-US" sz="3200" dirty="0"/>
              <a:t>UNCLASSIFIED</a:t>
            </a:r>
          </a:p>
        </p:txBody>
      </p:sp>
      <p:sp>
        <p:nvSpPr>
          <p:cNvPr id="4" name="TextBox 3">
            <a:extLst>
              <a:ext uri="{FF2B5EF4-FFF2-40B4-BE49-F238E27FC236}">
                <a16:creationId xmlns:a16="http://schemas.microsoft.com/office/drawing/2014/main" id="{E5DFED14-B851-1D53-3431-D9C46CFBCA6C}"/>
              </a:ext>
            </a:extLst>
          </p:cNvPr>
          <p:cNvSpPr txBox="1"/>
          <p:nvPr userDrawn="1"/>
        </p:nvSpPr>
        <p:spPr>
          <a:xfrm>
            <a:off x="2944190" y="6262697"/>
            <a:ext cx="6303616" cy="584775"/>
          </a:xfrm>
          <a:prstGeom prst="rect">
            <a:avLst/>
          </a:prstGeom>
          <a:noFill/>
        </p:spPr>
        <p:txBody>
          <a:bodyPr wrap="square" rtlCol="0">
            <a:spAutoFit/>
          </a:bodyPr>
          <a:lstStyle/>
          <a:p>
            <a:pPr algn="ctr"/>
            <a:r>
              <a:rPr lang="en-US" sz="3200" dirty="0"/>
              <a:t>UNCLASSIFIED</a:t>
            </a:r>
          </a:p>
        </p:txBody>
      </p:sp>
    </p:spTree>
    <p:extLst>
      <p:ext uri="{BB962C8B-B14F-4D97-AF65-F5344CB8AC3E}">
        <p14:creationId xmlns:p14="http://schemas.microsoft.com/office/powerpoint/2010/main" val="988950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349F3BF-EEF0-A725-46DB-72F16D652457}"/>
              </a:ext>
            </a:extLst>
          </p:cNvPr>
          <p:cNvSpPr/>
          <p:nvPr userDrawn="1"/>
        </p:nvSpPr>
        <p:spPr>
          <a:xfrm rot="10800000">
            <a:off x="10058399" y="-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F7705232-F67E-7701-4FCF-A710D1B12BF6}"/>
              </a:ext>
            </a:extLst>
          </p:cNvPr>
          <p:cNvSpPr/>
          <p:nvPr userDrawn="1"/>
        </p:nvSpPr>
        <p:spPr>
          <a:xfrm rot="10800000">
            <a:off x="10464800" y="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50295751-81CF-C690-F6F7-D52CA664348E}"/>
              </a:ext>
            </a:extLst>
          </p:cNvPr>
          <p:cNvSpPr/>
          <p:nvPr userDrawn="1"/>
        </p:nvSpPr>
        <p:spPr>
          <a:xfrm>
            <a:off x="0" y="466840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4">
            <a:extLst>
              <a:ext uri="{FF2B5EF4-FFF2-40B4-BE49-F238E27FC236}">
                <a16:creationId xmlns:a16="http://schemas.microsoft.com/office/drawing/2014/main" id="{141E5FB5-4D48-258D-DCD8-F4CD295C4889}"/>
              </a:ext>
            </a:extLst>
          </p:cNvPr>
          <p:cNvSpPr/>
          <p:nvPr userDrawn="1"/>
        </p:nvSpPr>
        <p:spPr>
          <a:xfrm>
            <a:off x="0" y="513080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5DCDFC80-8FE6-3AA0-423E-A958E38B9EE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306" t="5208" r="27367" b="7306"/>
          <a:stretch/>
        </p:blipFill>
        <p:spPr>
          <a:xfrm>
            <a:off x="901800" y="1262775"/>
            <a:ext cx="3987597" cy="4332450"/>
          </a:xfrm>
          <a:prstGeom prst="rect">
            <a:avLst/>
          </a:prstGeom>
        </p:spPr>
      </p:pic>
      <p:sp>
        <p:nvSpPr>
          <p:cNvPr id="10" name="TextBox 9">
            <a:extLst>
              <a:ext uri="{FF2B5EF4-FFF2-40B4-BE49-F238E27FC236}">
                <a16:creationId xmlns:a16="http://schemas.microsoft.com/office/drawing/2014/main" id="{FB313680-66E7-CC58-F0FD-C1BD6B5BC27F}"/>
              </a:ext>
            </a:extLst>
          </p:cNvPr>
          <p:cNvSpPr txBox="1"/>
          <p:nvPr userDrawn="1"/>
        </p:nvSpPr>
        <p:spPr>
          <a:xfrm>
            <a:off x="5879333" y="1443841"/>
            <a:ext cx="4788667" cy="3970318"/>
          </a:xfrm>
          <a:prstGeom prst="rect">
            <a:avLst/>
          </a:prstGeom>
          <a:noFill/>
        </p:spPr>
        <p:txBody>
          <a:bodyPr wrap="square" rtlCol="0">
            <a:spAutoFit/>
          </a:bodyPr>
          <a:lstStyle/>
          <a:p>
            <a:pPr lvl="0"/>
            <a:r>
              <a:rPr lang="en-US" dirty="0"/>
              <a:t>Air Force Institute of Technology</a:t>
            </a:r>
          </a:p>
          <a:p>
            <a:pPr lvl="0"/>
            <a:endParaRPr lang="en-US" dirty="0"/>
          </a:p>
          <a:p>
            <a:pPr lvl="0"/>
            <a:r>
              <a:rPr lang="en-US" dirty="0"/>
              <a:t>2950 Hobson Way </a:t>
            </a:r>
          </a:p>
          <a:p>
            <a:pPr lvl="0"/>
            <a:r>
              <a:rPr lang="en-US" dirty="0"/>
              <a:t>Wright Patterson AFB, Ohio 45433</a:t>
            </a:r>
          </a:p>
          <a:p>
            <a:pPr lvl="0"/>
            <a:endParaRPr lang="en-US" dirty="0"/>
          </a:p>
          <a:p>
            <a:pPr lvl="0"/>
            <a:r>
              <a:rPr lang="en-US" dirty="0"/>
              <a:t>Copyright         ,</a:t>
            </a:r>
          </a:p>
          <a:p>
            <a:pPr lvl="0"/>
            <a:r>
              <a:rPr lang="en-US" dirty="0"/>
              <a:t>All rights reserved. No part of this work may be reproduced or used in any manner without the prior written permission of the copyright owner, except for the use of brief quotations.</a:t>
            </a:r>
          </a:p>
          <a:p>
            <a:pPr lvl="0"/>
            <a:endParaRPr lang="en-US" dirty="0"/>
          </a:p>
          <a:p>
            <a:pPr lvl="0"/>
            <a:r>
              <a:rPr lang="en-US" i="1" dirty="0"/>
              <a:t>The AFIT of today is the Air and Space Force of Tomorrow.</a:t>
            </a:r>
            <a:endParaRPr lang="en-US" dirty="0"/>
          </a:p>
          <a:p>
            <a:endParaRPr lang="en-US" dirty="0"/>
          </a:p>
        </p:txBody>
      </p:sp>
      <p:sp>
        <p:nvSpPr>
          <p:cNvPr id="16" name="Text Placeholder 15">
            <a:extLst>
              <a:ext uri="{FF2B5EF4-FFF2-40B4-BE49-F238E27FC236}">
                <a16:creationId xmlns:a16="http://schemas.microsoft.com/office/drawing/2014/main" id="{0CF96673-834E-F16D-1980-7D28A3CCA2C5}"/>
              </a:ext>
            </a:extLst>
          </p:cNvPr>
          <p:cNvSpPr>
            <a:spLocks noGrp="1"/>
          </p:cNvSpPr>
          <p:nvPr>
            <p:ph type="body" sz="quarter" idx="13" hasCustomPrompt="1"/>
          </p:nvPr>
        </p:nvSpPr>
        <p:spPr>
          <a:xfrm>
            <a:off x="7450666" y="2849210"/>
            <a:ext cx="1320802" cy="409103"/>
          </a:xfrm>
        </p:spPr>
        <p:txBody>
          <a:bodyPr>
            <a:normAutofit/>
          </a:bodyPr>
          <a:lstStyle>
            <a:lvl1pPr marL="0" indent="0">
              <a:buNone/>
              <a:defRPr sz="1800">
                <a:solidFill>
                  <a:schemeClr val="tx1"/>
                </a:solidFill>
              </a:defRPr>
            </a:lvl1pPr>
          </a:lstStyle>
          <a:p>
            <a:pPr lvl="0"/>
            <a:r>
              <a:rPr lang="en-US" dirty="0"/>
              <a:t>John Doe</a:t>
            </a:r>
          </a:p>
        </p:txBody>
      </p:sp>
      <p:sp>
        <p:nvSpPr>
          <p:cNvPr id="17" name="Text Placeholder 15">
            <a:extLst>
              <a:ext uri="{FF2B5EF4-FFF2-40B4-BE49-F238E27FC236}">
                <a16:creationId xmlns:a16="http://schemas.microsoft.com/office/drawing/2014/main" id="{BFA507FD-FAFA-F267-763A-E61B2FF5F547}"/>
              </a:ext>
            </a:extLst>
          </p:cNvPr>
          <p:cNvSpPr>
            <a:spLocks noGrp="1"/>
          </p:cNvSpPr>
          <p:nvPr>
            <p:ph type="body" sz="quarter" idx="14" hasCustomPrompt="1"/>
          </p:nvPr>
        </p:nvSpPr>
        <p:spPr>
          <a:xfrm>
            <a:off x="6841068" y="2849210"/>
            <a:ext cx="795866" cy="409103"/>
          </a:xfrm>
        </p:spPr>
        <p:txBody>
          <a:bodyPr>
            <a:normAutofit/>
          </a:bodyPr>
          <a:lstStyle>
            <a:lvl1pPr marL="0" indent="0">
              <a:buNone/>
              <a:defRPr sz="1800">
                <a:solidFill>
                  <a:schemeClr val="tx1"/>
                </a:solidFill>
              </a:defRPr>
            </a:lvl1pPr>
          </a:lstStyle>
          <a:p>
            <a:pPr lvl="0"/>
            <a:r>
              <a:rPr lang="en-US" dirty="0"/>
              <a:t>2023</a:t>
            </a:r>
          </a:p>
        </p:txBody>
      </p:sp>
    </p:spTree>
    <p:extLst>
      <p:ext uri="{BB962C8B-B14F-4D97-AF65-F5344CB8AC3E}">
        <p14:creationId xmlns:p14="http://schemas.microsoft.com/office/powerpoint/2010/main" val="3832803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349F3BF-EEF0-A725-46DB-72F16D652457}"/>
              </a:ext>
            </a:extLst>
          </p:cNvPr>
          <p:cNvSpPr/>
          <p:nvPr userDrawn="1"/>
        </p:nvSpPr>
        <p:spPr>
          <a:xfrm rot="10800000">
            <a:off x="10058399" y="-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F7705232-F67E-7701-4FCF-A710D1B12BF6}"/>
              </a:ext>
            </a:extLst>
          </p:cNvPr>
          <p:cNvSpPr/>
          <p:nvPr userDrawn="1"/>
        </p:nvSpPr>
        <p:spPr>
          <a:xfrm rot="10800000">
            <a:off x="10464800" y="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50295751-81CF-C690-F6F7-D52CA664348E}"/>
              </a:ext>
            </a:extLst>
          </p:cNvPr>
          <p:cNvSpPr/>
          <p:nvPr userDrawn="1"/>
        </p:nvSpPr>
        <p:spPr>
          <a:xfrm>
            <a:off x="0" y="4668401"/>
            <a:ext cx="2133600" cy="2189599"/>
          </a:xfrm>
          <a:prstGeom prst="rtTriangle">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Triangle 14">
            <a:extLst>
              <a:ext uri="{FF2B5EF4-FFF2-40B4-BE49-F238E27FC236}">
                <a16:creationId xmlns:a16="http://schemas.microsoft.com/office/drawing/2014/main" id="{141E5FB5-4D48-258D-DCD8-F4CD295C4889}"/>
              </a:ext>
            </a:extLst>
          </p:cNvPr>
          <p:cNvSpPr/>
          <p:nvPr userDrawn="1"/>
        </p:nvSpPr>
        <p:spPr>
          <a:xfrm>
            <a:off x="0" y="5130800"/>
            <a:ext cx="1727200" cy="1727200"/>
          </a:xfrm>
          <a:prstGeom prst="rtTriangle">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5DCDFC80-8FE6-3AA0-423E-A958E38B9EE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7306" t="5208" r="27367" b="7306"/>
          <a:stretch/>
        </p:blipFill>
        <p:spPr>
          <a:xfrm>
            <a:off x="901800" y="1262775"/>
            <a:ext cx="3987597" cy="4332450"/>
          </a:xfrm>
          <a:prstGeom prst="rect">
            <a:avLst/>
          </a:prstGeom>
        </p:spPr>
      </p:pic>
      <p:sp>
        <p:nvSpPr>
          <p:cNvPr id="10" name="TextBox 9">
            <a:extLst>
              <a:ext uri="{FF2B5EF4-FFF2-40B4-BE49-F238E27FC236}">
                <a16:creationId xmlns:a16="http://schemas.microsoft.com/office/drawing/2014/main" id="{FB313680-66E7-CC58-F0FD-C1BD6B5BC27F}"/>
              </a:ext>
            </a:extLst>
          </p:cNvPr>
          <p:cNvSpPr txBox="1"/>
          <p:nvPr userDrawn="1"/>
        </p:nvSpPr>
        <p:spPr>
          <a:xfrm>
            <a:off x="6096000" y="3013501"/>
            <a:ext cx="3235035" cy="830997"/>
          </a:xfrm>
          <a:prstGeom prst="rect">
            <a:avLst/>
          </a:prstGeom>
          <a:noFill/>
        </p:spPr>
        <p:txBody>
          <a:bodyPr wrap="square" rtlCol="0">
            <a:spAutoFit/>
          </a:bodyPr>
          <a:lstStyle/>
          <a:p>
            <a:r>
              <a:rPr lang="en-US" sz="4800" dirty="0"/>
              <a:t>Questions?</a:t>
            </a:r>
          </a:p>
        </p:txBody>
      </p:sp>
    </p:spTree>
    <p:extLst>
      <p:ext uri="{BB962C8B-B14F-4D97-AF65-F5344CB8AC3E}">
        <p14:creationId xmlns:p14="http://schemas.microsoft.com/office/powerpoint/2010/main" val="3515606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arallelogram 14">
            <a:extLst>
              <a:ext uri="{FF2B5EF4-FFF2-40B4-BE49-F238E27FC236}">
                <a16:creationId xmlns:a16="http://schemas.microsoft.com/office/drawing/2014/main" id="{F8BD9D00-B0BA-2A8A-D21E-51DB443E581A}"/>
              </a:ext>
            </a:extLst>
          </p:cNvPr>
          <p:cNvSpPr/>
          <p:nvPr userDrawn="1"/>
        </p:nvSpPr>
        <p:spPr>
          <a:xfrm flipH="1">
            <a:off x="2480733" y="0"/>
            <a:ext cx="897467" cy="1101055"/>
          </a:xfrm>
          <a:prstGeom prst="parallelogram">
            <a:avLst>
              <a:gd name="adj" fmla="val 50576"/>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CAEDA925-29AA-5DF8-159D-5C62F3C104DA}"/>
              </a:ext>
            </a:extLst>
          </p:cNvPr>
          <p:cNvSpPr/>
          <p:nvPr userDrawn="1"/>
        </p:nvSpPr>
        <p:spPr>
          <a:xfrm flipH="1">
            <a:off x="2840566" y="-1"/>
            <a:ext cx="9351434" cy="1101055"/>
          </a:xfrm>
          <a:prstGeom prst="parallelogram">
            <a:avLst>
              <a:gd name="adj" fmla="val 0"/>
            </a:avLst>
          </a:prstGeom>
          <a:solidFill>
            <a:srgbClr val="00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865B7A31-9BA5-88C5-8C4A-4E757CDC0FEA}"/>
              </a:ext>
            </a:extLst>
          </p:cNvPr>
          <p:cNvSpPr>
            <a:spLocks noGrp="1"/>
          </p:cNvSpPr>
          <p:nvPr>
            <p:ph type="title"/>
          </p:nvPr>
        </p:nvSpPr>
        <p:spPr>
          <a:xfrm>
            <a:off x="3151716" y="0"/>
            <a:ext cx="8246534" cy="1101054"/>
          </a:xfrm>
          <a:prstGeom prst="rect">
            <a:avLst/>
          </a:prstGeom>
          <a:noFill/>
        </p:spPr>
        <p:txBody>
          <a:bodyPr vert="horz" lIns="91440" tIns="45720" rIns="91440" bIns="45720" rtlCol="0" anchor="ctr">
            <a:normAutofit/>
          </a:bodyPr>
          <a:lstStyle/>
          <a:p>
            <a:r>
              <a:rPr lang="en-US" dirty="0"/>
              <a:t>Click to edit title</a:t>
            </a:r>
          </a:p>
        </p:txBody>
      </p:sp>
      <p:sp>
        <p:nvSpPr>
          <p:cNvPr id="3" name="Text Placeholder 2">
            <a:extLst>
              <a:ext uri="{FF2B5EF4-FFF2-40B4-BE49-F238E27FC236}">
                <a16:creationId xmlns:a16="http://schemas.microsoft.com/office/drawing/2014/main" id="{458F8B39-8D46-1B81-CB76-B642F95542DA}"/>
              </a:ext>
            </a:extLst>
          </p:cNvPr>
          <p:cNvSpPr>
            <a:spLocks noGrp="1"/>
          </p:cNvSpPr>
          <p:nvPr>
            <p:ph type="body" idx="1"/>
          </p:nvPr>
        </p:nvSpPr>
        <p:spPr>
          <a:xfrm>
            <a:off x="838200" y="1253330"/>
            <a:ext cx="10515600" cy="514746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phic 9">
            <a:extLst>
              <a:ext uri="{FF2B5EF4-FFF2-40B4-BE49-F238E27FC236}">
                <a16:creationId xmlns:a16="http://schemas.microsoft.com/office/drawing/2014/main" id="{2C859A40-CD62-B0A5-522B-AB9482FC13D6}"/>
              </a:ext>
            </a:extLst>
          </p:cNvPr>
          <p:cNvPicPr>
            <a:picLocks noChangeAspect="1"/>
          </p:cNvPicPr>
          <p:nvPr userDrawn="1"/>
        </p:nvPicPr>
        <p:blipFill rotWithShape="1">
          <a:blip r:embed="rId16">
            <a:extLst>
              <a:ext uri="{96DAC541-7B7A-43D3-8B79-37D633B846F1}">
                <asvg:svgBlip xmlns:asvg="http://schemas.microsoft.com/office/drawing/2016/SVG/main" r:embed="rId17"/>
              </a:ext>
            </a:extLst>
          </a:blip>
          <a:srcRect l="27778" t="29510" r="27189" b="35980"/>
          <a:stretch/>
        </p:blipFill>
        <p:spPr>
          <a:xfrm>
            <a:off x="133350" y="112251"/>
            <a:ext cx="2032000" cy="876549"/>
          </a:xfrm>
          <a:prstGeom prst="rect">
            <a:avLst/>
          </a:prstGeom>
        </p:spPr>
      </p:pic>
      <p:sp>
        <p:nvSpPr>
          <p:cNvPr id="13" name="Parallelogram 12">
            <a:extLst>
              <a:ext uri="{FF2B5EF4-FFF2-40B4-BE49-F238E27FC236}">
                <a16:creationId xmlns:a16="http://schemas.microsoft.com/office/drawing/2014/main" id="{972FC7DD-49B8-B5BE-504A-8263D118E2DC}"/>
              </a:ext>
            </a:extLst>
          </p:cNvPr>
          <p:cNvSpPr/>
          <p:nvPr userDrawn="1"/>
        </p:nvSpPr>
        <p:spPr>
          <a:xfrm flipH="1">
            <a:off x="2209800" y="0"/>
            <a:ext cx="897466" cy="1101055"/>
          </a:xfrm>
          <a:prstGeom prst="parallelogram">
            <a:avLst>
              <a:gd name="adj" fmla="val 59106"/>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D371CC8-9BCB-1FC5-5C27-4A82136F342C}"/>
              </a:ext>
            </a:extLst>
          </p:cNvPr>
          <p:cNvSpPr>
            <a:spLocks noGrp="1"/>
          </p:cNvSpPr>
          <p:nvPr>
            <p:ph type="sldNum" sz="quarter" idx="4"/>
          </p:nvPr>
        </p:nvSpPr>
        <p:spPr>
          <a:xfrm>
            <a:off x="11398250" y="0"/>
            <a:ext cx="793750" cy="1101054"/>
          </a:xfrm>
          <a:prstGeom prst="rect">
            <a:avLst/>
          </a:prstGeom>
        </p:spPr>
        <p:txBody>
          <a:bodyPr vert="horz" lIns="91440" tIns="45720" rIns="91440" bIns="45720" rtlCol="0" anchor="ctr"/>
          <a:lstStyle>
            <a:lvl1pPr algn="ctr">
              <a:defRPr sz="2000" b="1">
                <a:solidFill>
                  <a:srgbClr val="FFBF00"/>
                </a:solidFill>
              </a:defRPr>
            </a:lvl1pPr>
          </a:lstStyle>
          <a:p>
            <a:fld id="{1299940C-399F-BA4E-AD6D-87FE84584431}" type="slidenum">
              <a:rPr lang="en-US" smtClean="0"/>
              <a:pPr/>
              <a:t>‹#›</a:t>
            </a:fld>
            <a:endParaRPr lang="en-US" dirty="0"/>
          </a:p>
        </p:txBody>
      </p:sp>
    </p:spTree>
    <p:extLst>
      <p:ext uri="{BB962C8B-B14F-4D97-AF65-F5344CB8AC3E}">
        <p14:creationId xmlns:p14="http://schemas.microsoft.com/office/powerpoint/2010/main" val="1309799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3" r:id="rId5"/>
    <p:sldLayoutId id="2147483662" r:id="rId6"/>
    <p:sldLayoutId id="2147483652" r:id="rId7"/>
    <p:sldLayoutId id="2147483658" r:id="rId8"/>
    <p:sldLayoutId id="2147483654" r:id="rId9"/>
    <p:sldLayoutId id="2147483655" r:id="rId10"/>
    <p:sldLayoutId id="2147483657" r:id="rId11"/>
    <p:sldLayoutId id="2147483659" r:id="rId12"/>
    <p:sldLayoutId id="2147483664" r:id="rId13"/>
    <p:sldLayoutId id="2147483665" r:id="rId14"/>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4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4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4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4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4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FE88-7B82-A006-AD20-A85E9700DEC8}"/>
              </a:ext>
            </a:extLst>
          </p:cNvPr>
          <p:cNvSpPr>
            <a:spLocks noGrp="1"/>
          </p:cNvSpPr>
          <p:nvPr>
            <p:ph type="ctrTitle"/>
          </p:nvPr>
        </p:nvSpPr>
        <p:spPr/>
        <p:txBody>
          <a:bodyPr/>
          <a:lstStyle/>
          <a:p>
            <a:r>
              <a:rPr lang="en-US" dirty="0"/>
              <a:t>AFIT Thesis Defense</a:t>
            </a:r>
          </a:p>
        </p:txBody>
      </p:sp>
      <p:sp>
        <p:nvSpPr>
          <p:cNvPr id="3" name="Subtitle 2">
            <a:extLst>
              <a:ext uri="{FF2B5EF4-FFF2-40B4-BE49-F238E27FC236}">
                <a16:creationId xmlns:a16="http://schemas.microsoft.com/office/drawing/2014/main" id="{4D737B73-DCF0-3A3E-9B50-A6ECEDC068F7}"/>
              </a:ext>
            </a:extLst>
          </p:cNvPr>
          <p:cNvSpPr>
            <a:spLocks noGrp="1"/>
          </p:cNvSpPr>
          <p:nvPr>
            <p:ph type="subTitle" idx="1"/>
          </p:nvPr>
        </p:nvSpPr>
        <p:spPr/>
        <p:txBody>
          <a:bodyPr/>
          <a:lstStyle/>
          <a:p>
            <a:r>
              <a:rPr lang="en-US" dirty="0"/>
              <a:t>2023 Version 1.0</a:t>
            </a:r>
          </a:p>
        </p:txBody>
      </p:sp>
      <p:sp>
        <p:nvSpPr>
          <p:cNvPr id="4" name="Text Placeholder 3">
            <a:extLst>
              <a:ext uri="{FF2B5EF4-FFF2-40B4-BE49-F238E27FC236}">
                <a16:creationId xmlns:a16="http://schemas.microsoft.com/office/drawing/2014/main" id="{B354A61A-CCD9-97B7-BDA8-E0FB8E9ECE70}"/>
              </a:ext>
            </a:extLst>
          </p:cNvPr>
          <p:cNvSpPr>
            <a:spLocks noGrp="1"/>
          </p:cNvSpPr>
          <p:nvPr>
            <p:ph type="body" sz="quarter" idx="10"/>
          </p:nvPr>
        </p:nvSpPr>
        <p:spPr/>
        <p:txBody>
          <a:bodyPr/>
          <a:lstStyle/>
          <a:p>
            <a:r>
              <a:rPr lang="en-US" dirty="0"/>
              <a:t>Capt John Doe, USSF</a:t>
            </a:r>
          </a:p>
        </p:txBody>
      </p:sp>
    </p:spTree>
    <p:extLst>
      <p:ext uri="{BB962C8B-B14F-4D97-AF65-F5344CB8AC3E}">
        <p14:creationId xmlns:p14="http://schemas.microsoft.com/office/powerpoint/2010/main" val="3539628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55763-5129-DCCE-72ED-6587EAC2B402}"/>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D3EB7ECF-D983-C471-FF96-4CC1F3C7B7C5}"/>
              </a:ext>
            </a:extLst>
          </p:cNvPr>
          <p:cNvSpPr>
            <a:spLocks noGrp="1"/>
          </p:cNvSpPr>
          <p:nvPr>
            <p:ph idx="1"/>
          </p:nvPr>
        </p:nvSpPr>
        <p:spPr/>
        <p:txBody>
          <a:bodyPr/>
          <a:lstStyle/>
          <a:p>
            <a:pPr marL="514350" indent="-514350">
              <a:lnSpc>
                <a:spcPct val="200000"/>
              </a:lnSpc>
              <a:buFont typeface="+mj-lt"/>
              <a:buAutoNum type="arabicPeriod"/>
            </a:pPr>
            <a:r>
              <a:rPr lang="en-US" dirty="0"/>
              <a:t>Introduction</a:t>
            </a:r>
          </a:p>
          <a:p>
            <a:pPr marL="514350" indent="-514350">
              <a:lnSpc>
                <a:spcPct val="200000"/>
              </a:lnSpc>
              <a:buFont typeface="+mj-lt"/>
              <a:buAutoNum type="arabicPeriod"/>
            </a:pPr>
            <a:r>
              <a:rPr lang="en-US" dirty="0"/>
              <a:t>Methodology</a:t>
            </a:r>
          </a:p>
          <a:p>
            <a:pPr marL="514350" indent="-514350">
              <a:lnSpc>
                <a:spcPct val="200000"/>
              </a:lnSpc>
              <a:buFont typeface="+mj-lt"/>
              <a:buAutoNum type="arabicPeriod"/>
            </a:pPr>
            <a:r>
              <a:rPr lang="en-US" dirty="0"/>
              <a:t>Analysis</a:t>
            </a:r>
          </a:p>
          <a:p>
            <a:pPr marL="514350" indent="-514350">
              <a:lnSpc>
                <a:spcPct val="200000"/>
              </a:lnSpc>
              <a:buFont typeface="+mj-lt"/>
              <a:buAutoNum type="arabicPeriod"/>
            </a:pPr>
            <a:r>
              <a:rPr lang="en-US" dirty="0"/>
              <a:t>Results</a:t>
            </a:r>
          </a:p>
          <a:p>
            <a:pPr marL="514350" indent="-514350">
              <a:lnSpc>
                <a:spcPct val="200000"/>
              </a:lnSpc>
              <a:buFont typeface="+mj-lt"/>
              <a:buAutoNum type="arabicPeriod"/>
            </a:pPr>
            <a:r>
              <a:rPr lang="en-US" dirty="0"/>
              <a:t>Future Work</a:t>
            </a:r>
          </a:p>
        </p:txBody>
      </p:sp>
      <p:sp>
        <p:nvSpPr>
          <p:cNvPr id="5" name="Slide Number Placeholder 4">
            <a:extLst>
              <a:ext uri="{FF2B5EF4-FFF2-40B4-BE49-F238E27FC236}">
                <a16:creationId xmlns:a16="http://schemas.microsoft.com/office/drawing/2014/main" id="{B9D72E6C-7990-5888-55E5-DDF75A726BB8}"/>
              </a:ext>
            </a:extLst>
          </p:cNvPr>
          <p:cNvSpPr>
            <a:spLocks noGrp="1"/>
          </p:cNvSpPr>
          <p:nvPr>
            <p:ph type="sldNum" sz="quarter" idx="12"/>
          </p:nvPr>
        </p:nvSpPr>
        <p:spPr/>
        <p:txBody>
          <a:bodyPr/>
          <a:lstStyle/>
          <a:p>
            <a:fld id="{1299940C-399F-BA4E-AD6D-87FE84584431}" type="slidenum">
              <a:rPr lang="en-US" smtClean="0"/>
              <a:t>2</a:t>
            </a:fld>
            <a:endParaRPr lang="en-US" dirty="0"/>
          </a:p>
        </p:txBody>
      </p:sp>
    </p:spTree>
    <p:extLst>
      <p:ext uri="{BB962C8B-B14F-4D97-AF65-F5344CB8AC3E}">
        <p14:creationId xmlns:p14="http://schemas.microsoft.com/office/powerpoint/2010/main" val="147192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79617-E5FF-9EB8-5A02-7E43B3E8D477}"/>
              </a:ext>
            </a:extLst>
          </p:cNvPr>
          <p:cNvSpPr>
            <a:spLocks noGrp="1"/>
          </p:cNvSpPr>
          <p:nvPr>
            <p:ph type="ctrTitle"/>
          </p:nvPr>
        </p:nvSpPr>
        <p:spPr/>
        <p:txBody>
          <a:bodyPr/>
          <a:lstStyle/>
          <a:p>
            <a:r>
              <a:rPr lang="en-US" dirty="0"/>
              <a:t>Introduction</a:t>
            </a:r>
          </a:p>
        </p:txBody>
      </p:sp>
    </p:spTree>
    <p:extLst>
      <p:ext uri="{BB962C8B-B14F-4D97-AF65-F5344CB8AC3E}">
        <p14:creationId xmlns:p14="http://schemas.microsoft.com/office/powerpoint/2010/main" val="708455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06E4D-E1E4-0EC9-7AD1-6A54E2969B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C7F60F-EDAA-3F98-FA75-7D4B6C487BA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F57929E4-3AF6-AA76-F7CA-322AEACF6D8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5433448E-915A-76BF-394B-2751507FF9C3}"/>
              </a:ext>
            </a:extLst>
          </p:cNvPr>
          <p:cNvSpPr>
            <a:spLocks noGrp="1"/>
          </p:cNvSpPr>
          <p:nvPr>
            <p:ph type="sldNum" sz="quarter" idx="12"/>
          </p:nvPr>
        </p:nvSpPr>
        <p:spPr/>
        <p:txBody>
          <a:bodyPr/>
          <a:lstStyle/>
          <a:p>
            <a:fld id="{1299940C-399F-BA4E-AD6D-87FE84584431}" type="slidenum">
              <a:rPr lang="en-US" smtClean="0"/>
              <a:t>4</a:t>
            </a:fld>
            <a:endParaRPr lang="en-US"/>
          </a:p>
        </p:txBody>
      </p:sp>
    </p:spTree>
    <p:extLst>
      <p:ext uri="{BB962C8B-B14F-4D97-AF65-F5344CB8AC3E}">
        <p14:creationId xmlns:p14="http://schemas.microsoft.com/office/powerpoint/2010/main" val="1721985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D013906-09BC-591A-F130-57B7907733AD}"/>
              </a:ext>
            </a:extLst>
          </p:cNvPr>
          <p:cNvSpPr>
            <a:spLocks noGrp="1"/>
          </p:cNvSpPr>
          <p:nvPr>
            <p:ph type="pic" idx="1"/>
          </p:nvPr>
        </p:nvSpPr>
        <p:spPr/>
        <p:txBody>
          <a:bodyPr/>
          <a:lstStyle/>
          <a:p>
            <a:endParaRPr lang="en-US"/>
          </a:p>
        </p:txBody>
      </p:sp>
      <p:sp>
        <p:nvSpPr>
          <p:cNvPr id="3" name="Text Placeholder 2">
            <a:extLst>
              <a:ext uri="{FF2B5EF4-FFF2-40B4-BE49-F238E27FC236}">
                <a16:creationId xmlns:a16="http://schemas.microsoft.com/office/drawing/2014/main" id="{A0CBACBD-9239-0D1E-6B58-0747BB0D61D9}"/>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306B101D-2AE7-6F12-3B71-CE861EBAF4E8}"/>
              </a:ext>
            </a:extLst>
          </p:cNvPr>
          <p:cNvSpPr>
            <a:spLocks noGrp="1"/>
          </p:cNvSpPr>
          <p:nvPr>
            <p:ph type="sldNum" sz="quarter" idx="12"/>
          </p:nvPr>
        </p:nvSpPr>
        <p:spPr/>
        <p:txBody>
          <a:bodyPr/>
          <a:lstStyle/>
          <a:p>
            <a:fld id="{1299940C-399F-BA4E-AD6D-87FE84584431}" type="slidenum">
              <a:rPr lang="en-US" smtClean="0"/>
              <a:t>5</a:t>
            </a:fld>
            <a:endParaRPr lang="en-US"/>
          </a:p>
        </p:txBody>
      </p:sp>
      <p:sp>
        <p:nvSpPr>
          <p:cNvPr id="5" name="Title 4">
            <a:extLst>
              <a:ext uri="{FF2B5EF4-FFF2-40B4-BE49-F238E27FC236}">
                <a16:creationId xmlns:a16="http://schemas.microsoft.com/office/drawing/2014/main" id="{A8AAF1F2-CD4A-271B-0429-0AAC7D2AE58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10065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ADE36-5F4D-F4A8-6A44-E4371EE2082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5E9F2FFC-3938-2401-A80B-617A3BA66B9E}"/>
              </a:ext>
            </a:extLst>
          </p:cNvPr>
          <p:cNvSpPr>
            <a:spLocks noGrp="1"/>
          </p:cNvSpPr>
          <p:nvPr>
            <p:ph sz="half" idx="1"/>
          </p:nvPr>
        </p:nvSpPr>
        <p:spPr/>
        <p:txBody>
          <a:bodyPr/>
          <a:lstStyle/>
          <a:p>
            <a:r>
              <a:rPr lang="en-US" dirty="0"/>
              <a:t>Here we have some cool text</a:t>
            </a:r>
          </a:p>
          <a:p>
            <a:pPr lvl="1"/>
            <a:r>
              <a:rPr lang="en-US" dirty="0"/>
              <a:t>Also some more text</a:t>
            </a:r>
          </a:p>
          <a:p>
            <a:pPr lvl="2"/>
            <a:r>
              <a:rPr lang="en-US" dirty="0"/>
              <a:t>And so on…</a:t>
            </a:r>
          </a:p>
        </p:txBody>
      </p:sp>
      <p:graphicFrame>
        <p:nvGraphicFramePr>
          <p:cNvPr id="6" name="Content Placeholder 5">
            <a:extLst>
              <a:ext uri="{FF2B5EF4-FFF2-40B4-BE49-F238E27FC236}">
                <a16:creationId xmlns:a16="http://schemas.microsoft.com/office/drawing/2014/main" id="{BB709470-2686-50B5-D573-BD5D155C5598}"/>
              </a:ext>
            </a:extLst>
          </p:cNvPr>
          <p:cNvGraphicFramePr>
            <a:graphicFrameLocks noGrp="1"/>
          </p:cNvGraphicFramePr>
          <p:nvPr>
            <p:ph sz="half" idx="2"/>
            <p:extLst>
              <p:ext uri="{D42A27DB-BD31-4B8C-83A1-F6EECF244321}">
                <p14:modId xmlns:p14="http://schemas.microsoft.com/office/powerpoint/2010/main" val="546277110"/>
              </p:ext>
            </p:extLst>
          </p:nvPr>
        </p:nvGraphicFramePr>
        <p:xfrm>
          <a:off x="6172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Slide Number Placeholder 4">
            <a:extLst>
              <a:ext uri="{FF2B5EF4-FFF2-40B4-BE49-F238E27FC236}">
                <a16:creationId xmlns:a16="http://schemas.microsoft.com/office/drawing/2014/main" id="{603098DF-A118-C0F7-D057-D2BBDE194FE9}"/>
              </a:ext>
            </a:extLst>
          </p:cNvPr>
          <p:cNvSpPr>
            <a:spLocks noGrp="1"/>
          </p:cNvSpPr>
          <p:nvPr>
            <p:ph type="sldNum" sz="quarter" idx="12"/>
          </p:nvPr>
        </p:nvSpPr>
        <p:spPr/>
        <p:txBody>
          <a:bodyPr/>
          <a:lstStyle/>
          <a:p>
            <a:fld id="{1299940C-399F-BA4E-AD6D-87FE84584431}" type="slidenum">
              <a:rPr lang="en-US" smtClean="0"/>
              <a:t>6</a:t>
            </a:fld>
            <a:endParaRPr lang="en-US"/>
          </a:p>
        </p:txBody>
      </p:sp>
    </p:spTree>
    <p:extLst>
      <p:ext uri="{BB962C8B-B14F-4D97-AF65-F5344CB8AC3E}">
        <p14:creationId xmlns:p14="http://schemas.microsoft.com/office/powerpoint/2010/main" val="4114719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26588"/>
      </p:ext>
    </p:extLst>
  </p:cSld>
  <p:clrMapOvr>
    <a:masterClrMapping/>
  </p:clrMapOvr>
</p:sld>
</file>

<file path=ppt/theme/theme1.xml><?xml version="1.0" encoding="utf-8"?>
<a:theme xmlns:a="http://schemas.openxmlformats.org/drawingml/2006/main" name="Office Theme">
  <a:themeElements>
    <a:clrScheme name="AFIT Theme">
      <a:dk1>
        <a:srgbClr val="00004D"/>
      </a:dk1>
      <a:lt1>
        <a:srgbClr val="FEFFFF"/>
      </a:lt1>
      <a:dk2>
        <a:srgbClr val="000000"/>
      </a:dk2>
      <a:lt2>
        <a:srgbClr val="E7E6E6"/>
      </a:lt2>
      <a:accent1>
        <a:srgbClr val="FEBE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IT_Defense_Theme" id="{9C5F02D6-B734-604A-8222-7562E5E85C1C}" vid="{5AD8C5B5-B3FF-3949-BFFA-4C454F08F1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40</Words>
  <Application>Microsoft Macintosh PowerPoint</Application>
  <PresentationFormat>Widescreen</PresentationFormat>
  <Paragraphs>19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Tw Cen MT</vt:lpstr>
      <vt:lpstr>Office Theme</vt:lpstr>
      <vt:lpstr>AFIT Thesis Defense</vt:lpstr>
      <vt:lpstr>Outline</vt:lpstr>
      <vt:lpstr>Introduction</vt:lpstr>
      <vt:lpstr>PowerPoint Presentation</vt:lpstr>
      <vt:lpstr>PowerPoint Presentation</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HERNANDEZ, GUADALUPE Capt USAF AETC AFIT/ENC STUDENT</dc:creator>
  <cp:lastModifiedBy>HERNANDEZ, GUADALUPE Capt USAF AETC AFIT/ENC STUDENT</cp:lastModifiedBy>
  <cp:revision>3</cp:revision>
  <dcterms:created xsi:type="dcterms:W3CDTF">2025-12-13T14:44:05Z</dcterms:created>
  <dcterms:modified xsi:type="dcterms:W3CDTF">2025-12-13T14:57:57Z</dcterms:modified>
</cp:coreProperties>
</file>